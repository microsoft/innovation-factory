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70" r:id="rId4"/>
    <p:sldId id="274" r:id="rId5"/>
    <p:sldId id="272" r:id="rId6"/>
    <p:sldId id="271" r:id="rId7"/>
    <p:sldId id="273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A8B9"/>
    <a:srgbClr val="0B3954"/>
    <a:srgbClr val="087E8B"/>
    <a:srgbClr val="FF5A5F"/>
    <a:srgbClr val="BFD7EA"/>
    <a:srgbClr val="C81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46" autoAdjust="0"/>
    <p:restoredTop sz="91961" autoAdjust="0"/>
  </p:normalViewPr>
  <p:slideViewPr>
    <p:cSldViewPr snapToGrid="0">
      <p:cViewPr>
        <p:scale>
          <a:sx n="130" d="100"/>
          <a:sy n="130" d="100"/>
        </p:scale>
        <p:origin x="-33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Davis" userId="d7f31b6d-fe87-4e7e-8a88-091fa7d81cba" providerId="ADAL" clId="{1E48365E-3312-422E-8E1E-36AB524E062C}"/>
    <pc:docChg chg="undo custSel addSld delSld modSld sldOrd">
      <pc:chgData name="Joshua Davis" userId="d7f31b6d-fe87-4e7e-8a88-091fa7d81cba" providerId="ADAL" clId="{1E48365E-3312-422E-8E1E-36AB524E062C}" dt="2025-10-03T10:07:30.377" v="6838" actId="20577"/>
      <pc:docMkLst>
        <pc:docMk/>
      </pc:docMkLst>
      <pc:sldChg chg="modSp mod modNotesTx">
        <pc:chgData name="Joshua Davis" userId="d7f31b6d-fe87-4e7e-8a88-091fa7d81cba" providerId="ADAL" clId="{1E48365E-3312-422E-8E1E-36AB524E062C}" dt="2025-10-02T18:46:22.077" v="6726" actId="20577"/>
        <pc:sldMkLst>
          <pc:docMk/>
          <pc:sldMk cId="1156767571" sldId="256"/>
        </pc:sldMkLst>
        <pc:spChg chg="mod">
          <ac:chgData name="Joshua Davis" userId="d7f31b6d-fe87-4e7e-8a88-091fa7d81cba" providerId="ADAL" clId="{1E48365E-3312-422E-8E1E-36AB524E062C}" dt="2025-10-02T18:46:22.077" v="6726" actId="20577"/>
          <ac:spMkLst>
            <pc:docMk/>
            <pc:sldMk cId="1156767571" sldId="256"/>
            <ac:spMk id="3" creationId="{033806B7-DA1F-36C5-212E-56B637EF4CB5}"/>
          </ac:spMkLst>
        </pc:spChg>
      </pc:sldChg>
      <pc:sldChg chg="ord">
        <pc:chgData name="Joshua Davis" userId="d7f31b6d-fe87-4e7e-8a88-091fa7d81cba" providerId="ADAL" clId="{1E48365E-3312-422E-8E1E-36AB524E062C}" dt="2025-10-02T16:48:37.919" v="39"/>
        <pc:sldMkLst>
          <pc:docMk/>
          <pc:sldMk cId="2340645136" sldId="269"/>
        </pc:sldMkLst>
      </pc:sldChg>
      <pc:sldChg chg="addSp delSp modSp new mod">
        <pc:chgData name="Joshua Davis" userId="d7f31b6d-fe87-4e7e-8a88-091fa7d81cba" providerId="ADAL" clId="{1E48365E-3312-422E-8E1E-36AB524E062C}" dt="2025-10-02T18:59:08.217" v="6802" actId="14100"/>
        <pc:sldMkLst>
          <pc:docMk/>
          <pc:sldMk cId="4063589739" sldId="270"/>
        </pc:sldMkLst>
        <pc:spChg chg="mod">
          <ac:chgData name="Joshua Davis" userId="d7f31b6d-fe87-4e7e-8a88-091fa7d81cba" providerId="ADAL" clId="{1E48365E-3312-422E-8E1E-36AB524E062C}" dt="2025-10-02T18:53:11.480" v="6736" actId="20577"/>
          <ac:spMkLst>
            <pc:docMk/>
            <pc:sldMk cId="4063589739" sldId="270"/>
            <ac:spMk id="2" creationId="{84773475-0254-AD3C-17B5-A69198103575}"/>
          </ac:spMkLst>
        </pc:spChg>
        <pc:spChg chg="mod">
          <ac:chgData name="Joshua Davis" userId="d7f31b6d-fe87-4e7e-8a88-091fa7d81cba" providerId="ADAL" clId="{1E48365E-3312-422E-8E1E-36AB524E062C}" dt="2025-10-02T18:59:08.217" v="6802" actId="14100"/>
          <ac:spMkLst>
            <pc:docMk/>
            <pc:sldMk cId="4063589739" sldId="270"/>
            <ac:spMk id="3" creationId="{95986C6D-567C-0B89-E7C2-62E8D912395F}"/>
          </ac:spMkLst>
        </pc:spChg>
      </pc:sldChg>
      <pc:sldChg chg="addSp delSp modSp add mod">
        <pc:chgData name="Joshua Davis" userId="d7f31b6d-fe87-4e7e-8a88-091fa7d81cba" providerId="ADAL" clId="{1E48365E-3312-422E-8E1E-36AB524E062C}" dt="2025-10-03T10:07:30.377" v="6838" actId="20577"/>
        <pc:sldMkLst>
          <pc:docMk/>
          <pc:sldMk cId="1820185095" sldId="271"/>
        </pc:sldMkLst>
        <pc:spChg chg="mod">
          <ac:chgData name="Joshua Davis" userId="d7f31b6d-fe87-4e7e-8a88-091fa7d81cba" providerId="ADAL" clId="{1E48365E-3312-422E-8E1E-36AB524E062C}" dt="2025-10-02T16:49:40.060" v="61" actId="20577"/>
          <ac:spMkLst>
            <pc:docMk/>
            <pc:sldMk cId="1820185095" sldId="271"/>
            <ac:spMk id="2" creationId="{8761C8C5-C3A5-7AA6-6F55-71094691824A}"/>
          </ac:spMkLst>
        </pc:spChg>
        <pc:spChg chg="add mod">
          <ac:chgData name="Joshua Davis" userId="d7f31b6d-fe87-4e7e-8a88-091fa7d81cba" providerId="ADAL" clId="{1E48365E-3312-422E-8E1E-36AB524E062C}" dt="2025-10-02T17:57:05.326" v="2773" actId="207"/>
          <ac:spMkLst>
            <pc:docMk/>
            <pc:sldMk cId="1820185095" sldId="271"/>
            <ac:spMk id="4" creationId="{9CF08DCE-542B-E452-B19E-1F874FB4D4DD}"/>
          </ac:spMkLst>
        </pc:spChg>
        <pc:spChg chg="mod">
          <ac:chgData name="Joshua Davis" userId="d7f31b6d-fe87-4e7e-8a88-091fa7d81cba" providerId="ADAL" clId="{1E48365E-3312-422E-8E1E-36AB524E062C}" dt="2025-10-02T17:57:05.326" v="2773" actId="207"/>
          <ac:spMkLst>
            <pc:docMk/>
            <pc:sldMk cId="1820185095" sldId="271"/>
            <ac:spMk id="5" creationId="{71EF62C2-B4D9-1CEE-86CC-7C6E4E939F77}"/>
          </ac:spMkLst>
        </pc:spChg>
        <pc:spChg chg="mod">
          <ac:chgData name="Joshua Davis" userId="d7f31b6d-fe87-4e7e-8a88-091fa7d81cba" providerId="ADAL" clId="{1E48365E-3312-422E-8E1E-36AB524E062C}" dt="2025-10-02T17:57:14.019" v="2785" actId="207"/>
          <ac:spMkLst>
            <pc:docMk/>
            <pc:sldMk cId="1820185095" sldId="271"/>
            <ac:spMk id="6" creationId="{FAF47330-4B8D-0851-6D66-C4920342C507}"/>
          </ac:spMkLst>
        </pc:spChg>
        <pc:spChg chg="add mod">
          <ac:chgData name="Joshua Davis" userId="d7f31b6d-fe87-4e7e-8a88-091fa7d81cba" providerId="ADAL" clId="{1E48365E-3312-422E-8E1E-36AB524E062C}" dt="2025-10-02T17:57:14.019" v="2785" actId="207"/>
          <ac:spMkLst>
            <pc:docMk/>
            <pc:sldMk cId="1820185095" sldId="271"/>
            <ac:spMk id="7" creationId="{FC9849BC-6BAE-859B-7D86-6B96F39824AB}"/>
          </ac:spMkLst>
        </pc:spChg>
        <pc:spChg chg="mod">
          <ac:chgData name="Joshua Davis" userId="d7f31b6d-fe87-4e7e-8a88-091fa7d81cba" providerId="ADAL" clId="{1E48365E-3312-422E-8E1E-36AB524E062C}" dt="2025-10-02T17:57:14.019" v="2785" actId="207"/>
          <ac:spMkLst>
            <pc:docMk/>
            <pc:sldMk cId="1820185095" sldId="271"/>
            <ac:spMk id="8" creationId="{A011FAD9-FE42-CA47-5B56-807F7D8B00A6}"/>
          </ac:spMkLst>
        </pc:spChg>
        <pc:spChg chg="mod">
          <ac:chgData name="Joshua Davis" userId="d7f31b6d-fe87-4e7e-8a88-091fa7d81cba" providerId="ADAL" clId="{1E48365E-3312-422E-8E1E-36AB524E062C}" dt="2025-10-02T17:57:05.326" v="2773" actId="207"/>
          <ac:spMkLst>
            <pc:docMk/>
            <pc:sldMk cId="1820185095" sldId="271"/>
            <ac:spMk id="9" creationId="{9C1DA429-C5D2-6F7F-D8CC-11259A990621}"/>
          </ac:spMkLst>
        </pc:spChg>
        <pc:spChg chg="mod">
          <ac:chgData name="Joshua Davis" userId="d7f31b6d-fe87-4e7e-8a88-091fa7d81cba" providerId="ADAL" clId="{1E48365E-3312-422E-8E1E-36AB524E062C}" dt="2025-10-02T18:03:58.881" v="3155" actId="12788"/>
          <ac:spMkLst>
            <pc:docMk/>
            <pc:sldMk cId="1820185095" sldId="271"/>
            <ac:spMk id="10" creationId="{ADDED39A-B880-1F9F-816F-53B88FA46964}"/>
          </ac:spMkLst>
        </pc:spChg>
        <pc:spChg chg="mod">
          <ac:chgData name="Joshua Davis" userId="d7f31b6d-fe87-4e7e-8a88-091fa7d81cba" providerId="ADAL" clId="{1E48365E-3312-422E-8E1E-36AB524E062C}" dt="2025-10-02T18:04:52.416" v="3217" actId="20577"/>
          <ac:spMkLst>
            <pc:docMk/>
            <pc:sldMk cId="1820185095" sldId="271"/>
            <ac:spMk id="11" creationId="{5E6F9E17-5DC4-BDE7-F5CC-23663251954A}"/>
          </ac:spMkLst>
        </pc:spChg>
        <pc:spChg chg="add mod">
          <ac:chgData name="Joshua Davis" userId="d7f31b6d-fe87-4e7e-8a88-091fa7d81cba" providerId="ADAL" clId="{1E48365E-3312-422E-8E1E-36AB524E062C}" dt="2025-10-02T18:00:05.395" v="2850" actId="20577"/>
          <ac:spMkLst>
            <pc:docMk/>
            <pc:sldMk cId="1820185095" sldId="271"/>
            <ac:spMk id="12" creationId="{8828EA9A-875E-A179-99CA-65D15D2E7EE1}"/>
          </ac:spMkLst>
        </pc:spChg>
        <pc:spChg chg="add mod">
          <ac:chgData name="Joshua Davis" userId="d7f31b6d-fe87-4e7e-8a88-091fa7d81cba" providerId="ADAL" clId="{1E48365E-3312-422E-8E1E-36AB524E062C}" dt="2025-10-02T18:11:29.762" v="3956" actId="20577"/>
          <ac:spMkLst>
            <pc:docMk/>
            <pc:sldMk cId="1820185095" sldId="271"/>
            <ac:spMk id="13" creationId="{53CC2465-BC9F-716B-4AD2-40808848A31E}"/>
          </ac:spMkLst>
        </pc:spChg>
        <pc:spChg chg="mod">
          <ac:chgData name="Joshua Davis" userId="d7f31b6d-fe87-4e7e-8a88-091fa7d81cba" providerId="ADAL" clId="{1E48365E-3312-422E-8E1E-36AB524E062C}" dt="2025-10-02T18:01:19.741" v="2910" actId="207"/>
          <ac:spMkLst>
            <pc:docMk/>
            <pc:sldMk cId="1820185095" sldId="271"/>
            <ac:spMk id="14" creationId="{62DFEC0A-DFBA-3591-CC6B-69F211E926E9}"/>
          </ac:spMkLst>
        </pc:spChg>
        <pc:spChg chg="mod">
          <ac:chgData name="Joshua Davis" userId="d7f31b6d-fe87-4e7e-8a88-091fa7d81cba" providerId="ADAL" clId="{1E48365E-3312-422E-8E1E-36AB524E062C}" dt="2025-10-03T10:07:30.377" v="6838" actId="20577"/>
          <ac:spMkLst>
            <pc:docMk/>
            <pc:sldMk cId="1820185095" sldId="271"/>
            <ac:spMk id="15" creationId="{6861CB34-7AC5-B959-4748-8021BFA9FC00}"/>
          </ac:spMkLst>
        </pc:spChg>
        <pc:spChg chg="add mod">
          <ac:chgData name="Joshua Davis" userId="d7f31b6d-fe87-4e7e-8a88-091fa7d81cba" providerId="ADAL" clId="{1E48365E-3312-422E-8E1E-36AB524E062C}" dt="2025-10-02T18:00:30.796" v="2874" actId="14100"/>
          <ac:spMkLst>
            <pc:docMk/>
            <pc:sldMk cId="1820185095" sldId="271"/>
            <ac:spMk id="16" creationId="{EDBFC6FB-15F7-0D02-D1FB-018FF322C022}"/>
          </ac:spMkLst>
        </pc:spChg>
        <pc:spChg chg="mod">
          <ac:chgData name="Joshua Davis" userId="d7f31b6d-fe87-4e7e-8a88-091fa7d81cba" providerId="ADAL" clId="{1E48365E-3312-422E-8E1E-36AB524E062C}" dt="2025-10-02T18:12:18.364" v="4106" actId="20577"/>
          <ac:spMkLst>
            <pc:docMk/>
            <pc:sldMk cId="1820185095" sldId="271"/>
            <ac:spMk id="17" creationId="{81A39556-BC07-20BE-ED1F-59AD2484DD5B}"/>
          </ac:spMkLst>
        </pc:spChg>
        <pc:spChg chg="mod">
          <ac:chgData name="Joshua Davis" userId="d7f31b6d-fe87-4e7e-8a88-091fa7d81cba" providerId="ADAL" clId="{1E48365E-3312-422E-8E1E-36AB524E062C}" dt="2025-10-02T18:01:37.532" v="2912" actId="20577"/>
          <ac:spMkLst>
            <pc:docMk/>
            <pc:sldMk cId="1820185095" sldId="271"/>
            <ac:spMk id="18" creationId="{F5E866AB-3856-30C5-DC64-6BAB1F75FEA6}"/>
          </ac:spMkLst>
        </pc:spChg>
        <pc:spChg chg="mod">
          <ac:chgData name="Joshua Davis" userId="d7f31b6d-fe87-4e7e-8a88-091fa7d81cba" providerId="ADAL" clId="{1E48365E-3312-422E-8E1E-36AB524E062C}" dt="2025-10-02T18:10:22.372" v="3798" actId="20577"/>
          <ac:spMkLst>
            <pc:docMk/>
            <pc:sldMk cId="1820185095" sldId="271"/>
            <ac:spMk id="19" creationId="{EC5289A2-B471-0772-1BA1-4A73FE8DC4CF}"/>
          </ac:spMkLst>
        </pc:spChg>
        <pc:spChg chg="mod">
          <ac:chgData name="Joshua Davis" userId="d7f31b6d-fe87-4e7e-8a88-091fa7d81cba" providerId="ADAL" clId="{1E48365E-3312-422E-8E1E-36AB524E062C}" dt="2025-10-02T17:57:46.090" v="2786" actId="2711"/>
          <ac:spMkLst>
            <pc:docMk/>
            <pc:sldMk cId="1820185095" sldId="271"/>
            <ac:spMk id="20" creationId="{4A3F6307-F3A8-1F9F-E47A-116AB272C84A}"/>
          </ac:spMkLst>
        </pc:spChg>
        <pc:spChg chg="add mod">
          <ac:chgData name="Joshua Davis" userId="d7f31b6d-fe87-4e7e-8a88-091fa7d81cba" providerId="ADAL" clId="{1E48365E-3312-422E-8E1E-36AB524E062C}" dt="2025-10-02T17:52:42.559" v="2512"/>
          <ac:spMkLst>
            <pc:docMk/>
            <pc:sldMk cId="1820185095" sldId="271"/>
            <ac:spMk id="21" creationId="{1527F70B-0141-BEDF-9AEA-27B5888EF012}"/>
          </ac:spMkLst>
        </pc:spChg>
        <pc:spChg chg="add mod">
          <ac:chgData name="Joshua Davis" userId="d7f31b6d-fe87-4e7e-8a88-091fa7d81cba" providerId="ADAL" clId="{1E48365E-3312-422E-8E1E-36AB524E062C}" dt="2025-10-02T17:58:57.773" v="2791" actId="207"/>
          <ac:spMkLst>
            <pc:docMk/>
            <pc:sldMk cId="1820185095" sldId="271"/>
            <ac:spMk id="22" creationId="{893D3796-D4CC-869B-A640-A46CB1775EA0}"/>
          </ac:spMkLst>
        </pc:spChg>
        <pc:spChg chg="mod">
          <ac:chgData name="Joshua Davis" userId="d7f31b6d-fe87-4e7e-8a88-091fa7d81cba" providerId="ADAL" clId="{1E48365E-3312-422E-8E1E-36AB524E062C}" dt="2025-10-02T17:58:43.855" v="2789" actId="207"/>
          <ac:spMkLst>
            <pc:docMk/>
            <pc:sldMk cId="1820185095" sldId="271"/>
            <ac:spMk id="23" creationId="{6F418C7D-6C14-DE3E-1E39-0114B03B1579}"/>
          </ac:spMkLst>
        </pc:spChg>
        <pc:spChg chg="add mod">
          <ac:chgData name="Joshua Davis" userId="d7f31b6d-fe87-4e7e-8a88-091fa7d81cba" providerId="ADAL" clId="{1E48365E-3312-422E-8E1E-36AB524E062C}" dt="2025-10-02T17:59:09.441" v="2793" actId="207"/>
          <ac:spMkLst>
            <pc:docMk/>
            <pc:sldMk cId="1820185095" sldId="271"/>
            <ac:spMk id="24" creationId="{A2A8E8E9-ECE8-AA4A-2D6F-A2100FC732F5}"/>
          </ac:spMkLst>
        </pc:spChg>
        <pc:spChg chg="add mod">
          <ac:chgData name="Joshua Davis" userId="d7f31b6d-fe87-4e7e-8a88-091fa7d81cba" providerId="ADAL" clId="{1E48365E-3312-422E-8E1E-36AB524E062C}" dt="2025-10-02T17:52:42.559" v="2512"/>
          <ac:spMkLst>
            <pc:docMk/>
            <pc:sldMk cId="1820185095" sldId="271"/>
            <ac:spMk id="25" creationId="{8637BD3B-40CE-C714-4B08-00E1DB67579E}"/>
          </ac:spMkLst>
        </pc:spChg>
        <pc:spChg chg="add mod">
          <ac:chgData name="Joshua Davis" userId="d7f31b6d-fe87-4e7e-8a88-091fa7d81cba" providerId="ADAL" clId="{1E48365E-3312-422E-8E1E-36AB524E062C}" dt="2025-10-02T18:13:17.809" v="4253" actId="20577"/>
          <ac:spMkLst>
            <pc:docMk/>
            <pc:sldMk cId="1820185095" sldId="271"/>
            <ac:spMk id="27" creationId="{3925ED32-4998-C55E-ED2A-535308D5F67D}"/>
          </ac:spMkLst>
        </pc:spChg>
        <pc:spChg chg="add del mod">
          <ac:chgData name="Joshua Davis" userId="d7f31b6d-fe87-4e7e-8a88-091fa7d81cba" providerId="ADAL" clId="{1E48365E-3312-422E-8E1E-36AB524E062C}" dt="2025-10-02T18:15:26.726" v="4259" actId="20577"/>
          <ac:spMkLst>
            <pc:docMk/>
            <pc:sldMk cId="1820185095" sldId="271"/>
            <ac:spMk id="28" creationId="{7949DFA6-F803-39A9-3912-1E7A48D7D4E2}"/>
          </ac:spMkLst>
        </pc:spChg>
        <pc:spChg chg="add mod">
          <ac:chgData name="Joshua Davis" userId="d7f31b6d-fe87-4e7e-8a88-091fa7d81cba" providerId="ADAL" clId="{1E48365E-3312-422E-8E1E-36AB524E062C}" dt="2025-10-02T18:15:30.242" v="4261" actId="20577"/>
          <ac:spMkLst>
            <pc:docMk/>
            <pc:sldMk cId="1820185095" sldId="271"/>
            <ac:spMk id="29" creationId="{D0C40107-8119-A687-BF34-7C057623AA9F}"/>
          </ac:spMkLst>
        </pc:spChg>
        <pc:spChg chg="add mod">
          <ac:chgData name="Joshua Davis" userId="d7f31b6d-fe87-4e7e-8a88-091fa7d81cba" providerId="ADAL" clId="{1E48365E-3312-422E-8E1E-36AB524E062C}" dt="2025-10-02T18:15:33.430" v="4263" actId="20577"/>
          <ac:spMkLst>
            <pc:docMk/>
            <pc:sldMk cId="1820185095" sldId="271"/>
            <ac:spMk id="30" creationId="{FA0D8187-E1AF-23EE-6E96-4E3162E1A4CA}"/>
          </ac:spMkLst>
        </pc:spChg>
        <pc:spChg chg="add mod">
          <ac:chgData name="Joshua Davis" userId="d7f31b6d-fe87-4e7e-8a88-091fa7d81cba" providerId="ADAL" clId="{1E48365E-3312-422E-8E1E-36AB524E062C}" dt="2025-10-02T18:15:36.730" v="4265" actId="20577"/>
          <ac:spMkLst>
            <pc:docMk/>
            <pc:sldMk cId="1820185095" sldId="271"/>
            <ac:spMk id="31" creationId="{0D609064-96F8-C54C-0488-471EA18FD3D9}"/>
          </ac:spMkLst>
        </pc:spChg>
        <pc:spChg chg="add mod">
          <ac:chgData name="Joshua Davis" userId="d7f31b6d-fe87-4e7e-8a88-091fa7d81cba" providerId="ADAL" clId="{1E48365E-3312-422E-8E1E-36AB524E062C}" dt="2025-10-02T18:23:20.195" v="4597" actId="20577"/>
          <ac:spMkLst>
            <pc:docMk/>
            <pc:sldMk cId="1820185095" sldId="271"/>
            <ac:spMk id="32" creationId="{C6238CFA-11B7-9B0C-98E8-0E83083DC586}"/>
          </ac:spMkLst>
        </pc:spChg>
        <pc:spChg chg="add mod">
          <ac:chgData name="Joshua Davis" userId="d7f31b6d-fe87-4e7e-8a88-091fa7d81cba" providerId="ADAL" clId="{1E48365E-3312-422E-8E1E-36AB524E062C}" dt="2025-10-02T19:01:20.945" v="6810" actId="14100"/>
          <ac:spMkLst>
            <pc:docMk/>
            <pc:sldMk cId="1820185095" sldId="271"/>
            <ac:spMk id="33" creationId="{BA87143A-6F51-DB30-79C7-4668795F0E7D}"/>
          </ac:spMkLst>
        </pc:spChg>
        <pc:spChg chg="add mod ord">
          <ac:chgData name="Joshua Davis" userId="d7f31b6d-fe87-4e7e-8a88-091fa7d81cba" providerId="ADAL" clId="{1E48365E-3312-422E-8E1E-36AB524E062C}" dt="2025-10-02T18:23:05.646" v="4595" actId="207"/>
          <ac:spMkLst>
            <pc:docMk/>
            <pc:sldMk cId="1820185095" sldId="271"/>
            <ac:spMk id="34" creationId="{A4CB05AE-F3BD-6D44-8807-0BBD69ADC2B3}"/>
          </ac:spMkLst>
        </pc:spChg>
        <pc:spChg chg="add mod ord">
          <ac:chgData name="Joshua Davis" userId="d7f31b6d-fe87-4e7e-8a88-091fa7d81cba" providerId="ADAL" clId="{1E48365E-3312-422E-8E1E-36AB524E062C}" dt="2025-10-02T18:22:42.595" v="4591" actId="207"/>
          <ac:spMkLst>
            <pc:docMk/>
            <pc:sldMk cId="1820185095" sldId="271"/>
            <ac:spMk id="41" creationId="{0565D2B4-F2E3-58D5-ACBE-92D968C320D4}"/>
          </ac:spMkLst>
        </pc:spChg>
        <pc:spChg chg="add mod ord">
          <ac:chgData name="Joshua Davis" userId="d7f31b6d-fe87-4e7e-8a88-091fa7d81cba" providerId="ADAL" clId="{1E48365E-3312-422E-8E1E-36AB524E062C}" dt="2025-10-02T18:22:56.556" v="4593" actId="207"/>
          <ac:spMkLst>
            <pc:docMk/>
            <pc:sldMk cId="1820185095" sldId="271"/>
            <ac:spMk id="42" creationId="{37494955-A54F-8218-55DE-D6F72C1DAC2D}"/>
          </ac:spMkLst>
        </pc:spChg>
      </pc:sldChg>
      <pc:sldChg chg="modSp add mod">
        <pc:chgData name="Joshua Davis" userId="d7f31b6d-fe87-4e7e-8a88-091fa7d81cba" providerId="ADAL" clId="{1E48365E-3312-422E-8E1E-36AB524E062C}" dt="2025-10-02T20:32:12.356" v="6837" actId="20577"/>
        <pc:sldMkLst>
          <pc:docMk/>
          <pc:sldMk cId="2304023924" sldId="272"/>
        </pc:sldMkLst>
        <pc:spChg chg="mod">
          <ac:chgData name="Joshua Davis" userId="d7f31b6d-fe87-4e7e-8a88-091fa7d81cba" providerId="ADAL" clId="{1E48365E-3312-422E-8E1E-36AB524E062C}" dt="2025-10-02T19:07:26.367" v="6826" actId="20577"/>
          <ac:spMkLst>
            <pc:docMk/>
            <pc:sldMk cId="2304023924" sldId="272"/>
            <ac:spMk id="2" creationId="{2A6D948B-7C22-D437-1C78-9BD2BF58328D}"/>
          </ac:spMkLst>
        </pc:spChg>
        <pc:spChg chg="mod">
          <ac:chgData name="Joshua Davis" userId="d7f31b6d-fe87-4e7e-8a88-091fa7d81cba" providerId="ADAL" clId="{1E48365E-3312-422E-8E1E-36AB524E062C}" dt="2025-10-02T20:32:12.356" v="6837" actId="20577"/>
          <ac:spMkLst>
            <pc:docMk/>
            <pc:sldMk cId="2304023924" sldId="272"/>
            <ac:spMk id="3" creationId="{2AEFDFDE-6841-ABB8-51B9-BE53F83457A4}"/>
          </ac:spMkLst>
        </pc:spChg>
      </pc:sldChg>
      <pc:sldChg chg="addSp delSp modSp add mod ord modClrScheme chgLayout">
        <pc:chgData name="Joshua Davis" userId="d7f31b6d-fe87-4e7e-8a88-091fa7d81cba" providerId="ADAL" clId="{1E48365E-3312-422E-8E1E-36AB524E062C}" dt="2025-10-02T19:00:09.033" v="6808" actId="20577"/>
        <pc:sldMkLst>
          <pc:docMk/>
          <pc:sldMk cId="392086535" sldId="273"/>
        </pc:sldMkLst>
        <pc:spChg chg="mod ord">
          <ac:chgData name="Joshua Davis" userId="d7f31b6d-fe87-4e7e-8a88-091fa7d81cba" providerId="ADAL" clId="{1E48365E-3312-422E-8E1E-36AB524E062C}" dt="2025-10-02T16:50:32.768" v="84" actId="700"/>
          <ac:spMkLst>
            <pc:docMk/>
            <pc:sldMk cId="392086535" sldId="273"/>
            <ac:spMk id="2" creationId="{89B9A093-7C9B-483E-362E-25491695D898}"/>
          </ac:spMkLst>
        </pc:spChg>
        <pc:spChg chg="add mod ord">
          <ac:chgData name="Joshua Davis" userId="d7f31b6d-fe87-4e7e-8a88-091fa7d81cba" providerId="ADAL" clId="{1E48365E-3312-422E-8E1E-36AB524E062C}" dt="2025-10-02T18:34:53.086" v="5531" actId="2711"/>
          <ac:spMkLst>
            <pc:docMk/>
            <pc:sldMk cId="392086535" sldId="273"/>
            <ac:spMk id="4" creationId="{DC2D5505-A893-DA44-1553-B8B1EDC63C60}"/>
          </ac:spMkLst>
        </pc:spChg>
        <pc:spChg chg="add mod ord">
          <ac:chgData name="Joshua Davis" userId="d7f31b6d-fe87-4e7e-8a88-091fa7d81cba" providerId="ADAL" clId="{1E48365E-3312-422E-8E1E-36AB524E062C}" dt="2025-10-02T19:00:09.033" v="6808" actId="20577"/>
          <ac:spMkLst>
            <pc:docMk/>
            <pc:sldMk cId="392086535" sldId="273"/>
            <ac:spMk id="5" creationId="{B9F4F64C-1BC6-1B68-2ECC-5AF76CBBA1A7}"/>
          </ac:spMkLst>
        </pc:spChg>
        <pc:spChg chg="add mod ord">
          <ac:chgData name="Joshua Davis" userId="d7f31b6d-fe87-4e7e-8a88-091fa7d81cba" providerId="ADAL" clId="{1E48365E-3312-422E-8E1E-36AB524E062C}" dt="2025-10-02T18:34:59.300" v="5533" actId="207"/>
          <ac:spMkLst>
            <pc:docMk/>
            <pc:sldMk cId="392086535" sldId="273"/>
            <ac:spMk id="6" creationId="{0410BD56-36D0-0CA5-50E0-F996B4101EAE}"/>
          </ac:spMkLst>
        </pc:spChg>
        <pc:spChg chg="add mod ord">
          <ac:chgData name="Joshua Davis" userId="d7f31b6d-fe87-4e7e-8a88-091fa7d81cba" providerId="ADAL" clId="{1E48365E-3312-422E-8E1E-36AB524E062C}" dt="2025-10-02T18:42:15.830" v="6283" actId="20577"/>
          <ac:spMkLst>
            <pc:docMk/>
            <pc:sldMk cId="392086535" sldId="273"/>
            <ac:spMk id="7" creationId="{683D9221-E9CD-99C7-9691-15E95404AB06}"/>
          </ac:spMkLst>
        </pc:spChg>
        <pc:spChg chg="add mod">
          <ac:chgData name="Joshua Davis" userId="d7f31b6d-fe87-4e7e-8a88-091fa7d81cba" providerId="ADAL" clId="{1E48365E-3312-422E-8E1E-36AB524E062C}" dt="2025-10-02T18:45:15.459" v="6684" actId="20577"/>
          <ac:spMkLst>
            <pc:docMk/>
            <pc:sldMk cId="392086535" sldId="273"/>
            <ac:spMk id="8" creationId="{3979EEEE-73A9-63E6-5857-D0BDD5046476}"/>
          </ac:spMkLst>
        </pc:spChg>
      </pc:sldChg>
      <pc:sldChg chg="modSp add mod ord">
        <pc:chgData name="Joshua Davis" userId="d7f31b6d-fe87-4e7e-8a88-091fa7d81cba" providerId="ADAL" clId="{1E48365E-3312-422E-8E1E-36AB524E062C}" dt="2025-10-02T18:26:14.147" v="4634" actId="20577"/>
        <pc:sldMkLst>
          <pc:docMk/>
          <pc:sldMk cId="2749799980" sldId="274"/>
        </pc:sldMkLst>
        <pc:spChg chg="mod">
          <ac:chgData name="Joshua Davis" userId="d7f31b6d-fe87-4e7e-8a88-091fa7d81cba" providerId="ADAL" clId="{1E48365E-3312-422E-8E1E-36AB524E062C}" dt="2025-10-02T16:54:57.144" v="150" actId="20577"/>
          <ac:spMkLst>
            <pc:docMk/>
            <pc:sldMk cId="2749799980" sldId="274"/>
            <ac:spMk id="2" creationId="{1B8251F2-BAF8-CD7F-417D-EA0C9CD1ECA0}"/>
          </ac:spMkLst>
        </pc:spChg>
        <pc:spChg chg="mod">
          <ac:chgData name="Joshua Davis" userId="d7f31b6d-fe87-4e7e-8a88-091fa7d81cba" providerId="ADAL" clId="{1E48365E-3312-422E-8E1E-36AB524E062C}" dt="2025-10-02T18:26:14.147" v="4634" actId="20577"/>
          <ac:spMkLst>
            <pc:docMk/>
            <pc:sldMk cId="2749799980" sldId="274"/>
            <ac:spMk id="3" creationId="{8D21BB6F-8E29-D5CD-9060-2CA4DD457854}"/>
          </ac:spMkLst>
        </pc:spChg>
      </pc:sldChg>
      <pc:sldChg chg="modSp add mod">
        <pc:chgData name="Joshua Davis" userId="d7f31b6d-fe87-4e7e-8a88-091fa7d81cba" providerId="ADAL" clId="{1E48365E-3312-422E-8E1E-36AB524E062C}" dt="2025-10-02T18:24:00.090" v="4602" actId="20577"/>
        <pc:sldMkLst>
          <pc:docMk/>
          <pc:sldMk cId="3251238894" sldId="275"/>
        </pc:sldMkLst>
        <pc:spChg chg="mod">
          <ac:chgData name="Joshua Davis" userId="d7f31b6d-fe87-4e7e-8a88-091fa7d81cba" providerId="ADAL" clId="{1E48365E-3312-422E-8E1E-36AB524E062C}" dt="2025-10-02T16:55:33.368" v="168" actId="20577"/>
          <ac:spMkLst>
            <pc:docMk/>
            <pc:sldMk cId="3251238894" sldId="275"/>
            <ac:spMk id="2" creationId="{14CD65DA-2045-A670-5864-8173F9AE61A6}"/>
          </ac:spMkLst>
        </pc:spChg>
        <pc:spChg chg="mod">
          <ac:chgData name="Joshua Davis" userId="d7f31b6d-fe87-4e7e-8a88-091fa7d81cba" providerId="ADAL" clId="{1E48365E-3312-422E-8E1E-36AB524E062C}" dt="2025-10-02T18:24:00.090" v="4602" actId="20577"/>
          <ac:spMkLst>
            <pc:docMk/>
            <pc:sldMk cId="3251238894" sldId="275"/>
            <ac:spMk id="3" creationId="{DE3980B2-0CD6-D568-6272-9161B93E9D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C8408-7D40-4A9F-A093-FEE93917BB1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6571A-281C-4919-8FDE-2A44FEB6C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6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6571A-281C-4919-8FDE-2A44FEB6C7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363C-67EC-EF3A-A0F6-E06C7B12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7075D-E2A4-C9A8-E6E0-2A269F892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E45C4-DB50-E12B-1455-1D5B70AEA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Systems Theory:</a:t>
            </a:r>
            <a:r>
              <a:rPr lang="en-US" b="0" dirty="0"/>
              <a:t> Today’s problems were yesterday’s solutions.</a:t>
            </a:r>
          </a:p>
          <a:p>
            <a:endParaRPr lang="en-US" b="0" dirty="0"/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Innovation must occur quickly and repeatedly. Innovation that takes too long is yesterday’s news and today’s problems.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6ECB9-E8F2-5965-018A-1F8150D65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6571A-281C-4919-8FDE-2A44FEB6C7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60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6571A-281C-4919-8FDE-2A44FEB6C7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3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A780-5201-271F-F123-491B1BC97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728B8-A48A-BF69-8710-2C3917A99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47CDF-358C-65C3-DF91-7AA4FDA8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B649-1C94-805F-B60F-F4524943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BD086-7D42-2D9A-8385-8CD403BA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817CB-3703-F098-F37B-D64FB858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A9AC5-1D90-8560-AB5D-DAC5E80C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344F8-E85C-2FAF-8922-08726EF4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9AC23-5E59-1ACF-9E4E-42B1052C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89069-4012-9754-5F40-A31B596D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9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65CB-C239-051C-0671-43F75D23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19EDE-48C6-0099-9DE8-F42B171E2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B0FF0-15AF-0559-657D-DD581755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AB0A3-D02A-DEDB-E124-F3E8F173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14EE6-5249-7382-7CC0-8C1401C8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6E5C-C464-6140-24C7-D36E6B6E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FE46-9A41-A435-E856-1BB8F019D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7DD3D-5BB9-2B01-90C6-D2E783D7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CCEB3-09C7-0C93-55B1-6842050A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45273-7CDB-F486-35BC-46FC74CC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4683C-5A78-D477-FE5D-275933A5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3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BD1F-5062-6AB0-4867-EB27B750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CA2A9-9BB5-493B-5F6E-299DDB6FE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82C0-18D4-0329-9A4A-280ABC172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C5DC0-1045-F0C0-E022-1FB68792C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38F98-002B-2E9D-643A-2955D3A59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9D01D-960A-EEC3-6E58-219C53B1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E378F-B9D0-96F8-FB4E-C37644AB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65146-1F0B-741D-DDFB-EB6A0C1C3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6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BAF0-529F-EED1-3A2B-C7F6125B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3D851-4B7D-6B04-A070-FED48A57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1B08B-73D7-4607-B218-7A77E521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2104A-CEE8-A131-318F-8EF9C8E4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1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4CE15-544E-8265-E48E-E49FA3EF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70671-0179-12FA-ED4F-D7EFD95C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8C756-DD85-E94B-335F-19EBC173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83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9BF9-3F63-5E44-5C22-D1F7EDA6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3A4FC-2F6D-71D5-F7AB-4D1890235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F8895-5823-2215-86B1-A1A860FF6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B198-640A-4ACA-5E4A-1CFB550F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BFB5D-1DAF-8A34-39AB-41022989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9D8D-981F-AA11-C404-724B31BD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90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3CD1-20F7-AD41-917E-30014881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34B11-C0BA-E482-CE76-5B96AF573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24D86-3B64-7FF9-6C91-25A9F0D77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A58E6-8F3F-5B35-A09D-66CB31C0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F00C8-1A9E-5C1F-25FC-F31FB38B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5D0F0-EE11-4DD6-CA6D-7B54165D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1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316B-E5C0-9998-984B-A7DEEB24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A1108-6C1D-3CB2-BE6F-3CCCA085A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7666B-03B0-B7CA-0904-6061BE4A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68C7-C41A-DA7F-9D0C-50E9D67A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95E14-C94E-C719-3270-0A8B2D08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C7657-2E89-566C-4336-C32CF6DCC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AE043-C384-2BEE-A0F0-70B6015FE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9A460-7550-CC56-8B0E-423CF58F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D0A6-BEEC-47C2-BD2F-0308B52D9E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F5281-1075-E57F-5CE7-A6893A06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839DA-EC57-2379-37FF-BAF0533D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5C-231C-4EF4-B215-6E1C14B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2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13C95-378A-C7F4-CE72-EC734093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6B1A4-5A2C-BBCE-E77D-91A6644F0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FA539-B9A8-B342-20F6-D4F632FDB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D7EA"/>
                </a:solidFill>
              </a:defRPr>
            </a:lvl1pPr>
          </a:lstStyle>
          <a:p>
            <a:fld id="{AA1AD0A6-BEEC-47C2-BD2F-0308B52D9EDD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C6015-B86B-6455-997B-8A32090C4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BFD7EA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2208C-4D74-EFAF-5AC7-1278A655D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BFD7EA"/>
                </a:solidFill>
              </a:defRPr>
            </a:lvl1pPr>
          </a:lstStyle>
          <a:p>
            <a:fld id="{7805395C-231C-4EF4-B215-6E1C14B77B45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D9407B-F69B-32D1-1D0F-AC3584B8F04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0487250"/>
              </p:ext>
            </p:extLst>
          </p:nvPr>
        </p:nvGraphicFramePr>
        <p:xfrm>
          <a:off x="12754429" y="0"/>
          <a:ext cx="379186" cy="685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186">
                  <a:extLst>
                    <a:ext uri="{9D8B030D-6E8A-4147-A177-3AD203B41FA5}">
                      <a16:colId xmlns:a16="http://schemas.microsoft.com/office/drawing/2014/main" val="3936687728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#0B3954</a:t>
                      </a:r>
                    </a:p>
                  </a:txBody>
                  <a:tcPr vert="vert"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6836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#087E8B</a:t>
                      </a:r>
                    </a:p>
                  </a:txBody>
                  <a:tcPr vert="vert">
                    <a:solidFill>
                      <a:srgbClr val="087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48508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#BFD7EA</a:t>
                      </a:r>
                    </a:p>
                  </a:txBody>
                  <a:tcPr vert="vert">
                    <a:solidFill>
                      <a:srgbClr val="BF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47896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#FF5A5F</a:t>
                      </a:r>
                    </a:p>
                  </a:txBody>
                  <a:tcPr vert="vert">
                    <a:solidFill>
                      <a:srgbClr val="FF5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8389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#C81D25</a:t>
                      </a:r>
                    </a:p>
                  </a:txBody>
                  <a:tcPr vert="vert">
                    <a:solidFill>
                      <a:srgbClr val="C81D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0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27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BFD7E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BFD7E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BFD7E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BFD7E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FD7E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FD7E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9890-5EE8-C06F-A1FE-56681117E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899" y="2243596"/>
            <a:ext cx="9144000" cy="2387600"/>
          </a:xfrm>
        </p:spPr>
        <p:txBody>
          <a:bodyPr/>
          <a:lstStyle/>
          <a:p>
            <a:pPr algn="l"/>
            <a:r>
              <a:rPr lang="en-US" dirty="0"/>
              <a:t>Innovation Factory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BA1FB9-C5C3-07F7-B7BF-3A65CABA7789}"/>
              </a:ext>
            </a:extLst>
          </p:cNvPr>
          <p:cNvCxnSpPr>
            <a:cxnSpLocks/>
          </p:cNvCxnSpPr>
          <p:nvPr/>
        </p:nvCxnSpPr>
        <p:spPr>
          <a:xfrm>
            <a:off x="0" y="4974770"/>
            <a:ext cx="7298871" cy="0"/>
          </a:xfrm>
          <a:prstGeom prst="line">
            <a:avLst/>
          </a:prstGeom>
          <a:ln w="28575">
            <a:solidFill>
              <a:srgbClr val="FF5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6947E34-6EE6-2F03-C64A-1138CF26A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00346" cy="8517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3806B7-DA1F-36C5-212E-56B637EF4CB5}"/>
              </a:ext>
            </a:extLst>
          </p:cNvPr>
          <p:cNvSpPr txBox="1"/>
          <p:nvPr/>
        </p:nvSpPr>
        <p:spPr>
          <a:xfrm>
            <a:off x="1485899" y="5133679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Accelerating AI Innovation Within Your Enterprise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338EE5-277A-D9A4-175F-86B3013515B9}"/>
              </a:ext>
            </a:extLst>
          </p:cNvPr>
          <p:cNvGrpSpPr/>
          <p:nvPr/>
        </p:nvGrpSpPr>
        <p:grpSpPr>
          <a:xfrm>
            <a:off x="7416802" y="986651"/>
            <a:ext cx="4583264" cy="5358543"/>
            <a:chOff x="8807595" y="2216758"/>
            <a:chExt cx="2361740" cy="283005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A392D6D-A3B2-43D3-4A8D-A3A9A19ECC62}"/>
                </a:ext>
              </a:extLst>
            </p:cNvPr>
            <p:cNvGrpSpPr/>
            <p:nvPr/>
          </p:nvGrpSpPr>
          <p:grpSpPr>
            <a:xfrm>
              <a:off x="8807595" y="2216758"/>
              <a:ext cx="1613418" cy="2606290"/>
              <a:chOff x="6853289" y="1322403"/>
              <a:chExt cx="1613418" cy="260629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75AFB4D-B0A8-018F-468D-E64C06C0C24A}"/>
                  </a:ext>
                </a:extLst>
              </p:cNvPr>
              <p:cNvSpPr/>
              <p:nvPr/>
            </p:nvSpPr>
            <p:spPr>
              <a:xfrm>
                <a:off x="7256645" y="3121984"/>
                <a:ext cx="806709" cy="186164"/>
              </a:xfrm>
              <a:custGeom>
                <a:avLst/>
                <a:gdLst>
                  <a:gd name="connsiteX0" fmla="*/ 28575 w 247650"/>
                  <a:gd name="connsiteY0" fmla="*/ 0 h 57150"/>
                  <a:gd name="connsiteX1" fmla="*/ 219075 w 247650"/>
                  <a:gd name="connsiteY1" fmla="*/ 0 h 57150"/>
                  <a:gd name="connsiteX2" fmla="*/ 247650 w 247650"/>
                  <a:gd name="connsiteY2" fmla="*/ 28575 h 57150"/>
                  <a:gd name="connsiteX3" fmla="*/ 219075 w 247650"/>
                  <a:gd name="connsiteY3" fmla="*/ 57150 h 57150"/>
                  <a:gd name="connsiteX4" fmla="*/ 28575 w 247650"/>
                  <a:gd name="connsiteY4" fmla="*/ 57150 h 57150"/>
                  <a:gd name="connsiteX5" fmla="*/ 0 w 247650"/>
                  <a:gd name="connsiteY5" fmla="*/ 28575 h 57150"/>
                  <a:gd name="connsiteX6" fmla="*/ 28575 w 247650"/>
                  <a:gd name="connsiteY6" fmla="*/ 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7650" h="57150">
                    <a:moveTo>
                      <a:pt x="28575" y="0"/>
                    </a:moveTo>
                    <a:lnTo>
                      <a:pt x="219075" y="0"/>
                    </a:lnTo>
                    <a:cubicBezTo>
                      <a:pt x="235268" y="0"/>
                      <a:pt x="247650" y="12383"/>
                      <a:pt x="247650" y="28575"/>
                    </a:cubicBezTo>
                    <a:cubicBezTo>
                      <a:pt x="247650" y="44767"/>
                      <a:pt x="235268" y="57150"/>
                      <a:pt x="219075" y="57150"/>
                    </a:cubicBezTo>
                    <a:lnTo>
                      <a:pt x="28575" y="57150"/>
                    </a:lnTo>
                    <a:cubicBezTo>
                      <a:pt x="12382" y="57150"/>
                      <a:pt x="0" y="44767"/>
                      <a:pt x="0" y="28575"/>
                    </a:cubicBezTo>
                    <a:cubicBezTo>
                      <a:pt x="0" y="12383"/>
                      <a:pt x="12382" y="0"/>
                      <a:pt x="28575" y="0"/>
                    </a:cubicBezTo>
                    <a:close/>
                  </a:path>
                </a:pathLst>
              </a:custGeom>
              <a:solidFill>
                <a:srgbClr val="FF5A5F">
                  <a:alpha val="50000"/>
                </a:srgbClr>
              </a:solidFill>
              <a:ln w="30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606B8E0-8702-C089-7F31-EE5212571564}"/>
                  </a:ext>
                </a:extLst>
              </p:cNvPr>
              <p:cNvSpPr/>
              <p:nvPr/>
            </p:nvSpPr>
            <p:spPr>
              <a:xfrm>
                <a:off x="7256645" y="3432257"/>
                <a:ext cx="806709" cy="186164"/>
              </a:xfrm>
              <a:custGeom>
                <a:avLst/>
                <a:gdLst>
                  <a:gd name="connsiteX0" fmla="*/ 28575 w 247650"/>
                  <a:gd name="connsiteY0" fmla="*/ 0 h 57150"/>
                  <a:gd name="connsiteX1" fmla="*/ 219075 w 247650"/>
                  <a:gd name="connsiteY1" fmla="*/ 0 h 57150"/>
                  <a:gd name="connsiteX2" fmla="*/ 247650 w 247650"/>
                  <a:gd name="connsiteY2" fmla="*/ 28575 h 57150"/>
                  <a:gd name="connsiteX3" fmla="*/ 219075 w 247650"/>
                  <a:gd name="connsiteY3" fmla="*/ 57150 h 57150"/>
                  <a:gd name="connsiteX4" fmla="*/ 28575 w 247650"/>
                  <a:gd name="connsiteY4" fmla="*/ 57150 h 57150"/>
                  <a:gd name="connsiteX5" fmla="*/ 0 w 247650"/>
                  <a:gd name="connsiteY5" fmla="*/ 28575 h 57150"/>
                  <a:gd name="connsiteX6" fmla="*/ 28575 w 247650"/>
                  <a:gd name="connsiteY6" fmla="*/ 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7650" h="57150">
                    <a:moveTo>
                      <a:pt x="28575" y="0"/>
                    </a:moveTo>
                    <a:lnTo>
                      <a:pt x="219075" y="0"/>
                    </a:lnTo>
                    <a:cubicBezTo>
                      <a:pt x="235268" y="0"/>
                      <a:pt x="247650" y="12383"/>
                      <a:pt x="247650" y="28575"/>
                    </a:cubicBezTo>
                    <a:cubicBezTo>
                      <a:pt x="247650" y="44767"/>
                      <a:pt x="235268" y="57150"/>
                      <a:pt x="219075" y="57150"/>
                    </a:cubicBezTo>
                    <a:lnTo>
                      <a:pt x="28575" y="57150"/>
                    </a:lnTo>
                    <a:cubicBezTo>
                      <a:pt x="12382" y="57150"/>
                      <a:pt x="0" y="44767"/>
                      <a:pt x="0" y="28575"/>
                    </a:cubicBezTo>
                    <a:cubicBezTo>
                      <a:pt x="0" y="12383"/>
                      <a:pt x="12382" y="0"/>
                      <a:pt x="28575" y="0"/>
                    </a:cubicBezTo>
                    <a:close/>
                  </a:path>
                </a:pathLst>
              </a:custGeom>
              <a:solidFill>
                <a:srgbClr val="FF5A5F">
                  <a:alpha val="50000"/>
                </a:srgbClr>
              </a:solidFill>
              <a:ln w="30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49B2AD7-D007-94F4-2B31-9582CA47AC26}"/>
                  </a:ext>
                </a:extLst>
              </p:cNvPr>
              <p:cNvSpPr/>
              <p:nvPr/>
            </p:nvSpPr>
            <p:spPr>
              <a:xfrm>
                <a:off x="7458320" y="3742529"/>
                <a:ext cx="403355" cy="186164"/>
              </a:xfrm>
              <a:custGeom>
                <a:avLst/>
                <a:gdLst>
                  <a:gd name="connsiteX0" fmla="*/ 0 w 123825"/>
                  <a:gd name="connsiteY0" fmla="*/ 0 h 57150"/>
                  <a:gd name="connsiteX1" fmla="*/ 61913 w 123825"/>
                  <a:gd name="connsiteY1" fmla="*/ 57150 h 57150"/>
                  <a:gd name="connsiteX2" fmla="*/ 123825 w 123825"/>
                  <a:gd name="connsiteY2" fmla="*/ 0 h 57150"/>
                  <a:gd name="connsiteX3" fmla="*/ 0 w 123825"/>
                  <a:gd name="connsiteY3" fmla="*/ 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57150">
                    <a:moveTo>
                      <a:pt x="0" y="0"/>
                    </a:moveTo>
                    <a:cubicBezTo>
                      <a:pt x="2857" y="32385"/>
                      <a:pt x="29527" y="57150"/>
                      <a:pt x="61913" y="57150"/>
                    </a:cubicBezTo>
                    <a:cubicBezTo>
                      <a:pt x="94298" y="57150"/>
                      <a:pt x="120968" y="32385"/>
                      <a:pt x="1238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A5F">
                  <a:alpha val="50000"/>
                </a:srgbClr>
              </a:solidFill>
              <a:ln w="30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1B16E4-42F1-FEF5-BD46-B495E5D7685C}"/>
                  </a:ext>
                </a:extLst>
              </p:cNvPr>
              <p:cNvSpPr/>
              <p:nvPr/>
            </p:nvSpPr>
            <p:spPr>
              <a:xfrm>
                <a:off x="6853289" y="1322403"/>
                <a:ext cx="1613418" cy="1675472"/>
              </a:xfrm>
              <a:custGeom>
                <a:avLst/>
                <a:gdLst>
                  <a:gd name="connsiteX0" fmla="*/ 806709 w 1613418"/>
                  <a:gd name="connsiteY0" fmla="*/ 0 h 1675472"/>
                  <a:gd name="connsiteX1" fmla="*/ 1613418 w 1613418"/>
                  <a:gd name="connsiteY1" fmla="*/ 797402 h 1675472"/>
                  <a:gd name="connsiteX2" fmla="*/ 1613418 w 1613418"/>
                  <a:gd name="connsiteY2" fmla="*/ 825325 h 1675472"/>
                  <a:gd name="connsiteX3" fmla="*/ 1557569 w 1613418"/>
                  <a:gd name="connsiteY3" fmla="*/ 1104571 h 1675472"/>
                  <a:gd name="connsiteX4" fmla="*/ 1417945 w 1613418"/>
                  <a:gd name="connsiteY4" fmla="*/ 1334172 h 1675472"/>
                  <a:gd name="connsiteX5" fmla="*/ 1228680 w 1613418"/>
                  <a:gd name="connsiteY5" fmla="*/ 1641344 h 1675472"/>
                  <a:gd name="connsiteX6" fmla="*/ 1172831 w 1613418"/>
                  <a:gd name="connsiteY6" fmla="*/ 1675472 h 1675472"/>
                  <a:gd name="connsiteX7" fmla="*/ 440587 w 1613418"/>
                  <a:gd name="connsiteY7" fmla="*/ 1675472 h 1675472"/>
                  <a:gd name="connsiteX8" fmla="*/ 384738 w 1613418"/>
                  <a:gd name="connsiteY8" fmla="*/ 1641344 h 1675472"/>
                  <a:gd name="connsiteX9" fmla="*/ 195470 w 1613418"/>
                  <a:gd name="connsiteY9" fmla="*/ 1334172 h 1675472"/>
                  <a:gd name="connsiteX10" fmla="*/ 55849 w 1613418"/>
                  <a:gd name="connsiteY10" fmla="*/ 1104571 h 1675472"/>
                  <a:gd name="connsiteX11" fmla="*/ 0 w 1613418"/>
                  <a:gd name="connsiteY11" fmla="*/ 825325 h 1675472"/>
                  <a:gd name="connsiteX12" fmla="*/ 0 w 1613418"/>
                  <a:gd name="connsiteY12" fmla="*/ 797402 h 1675472"/>
                  <a:gd name="connsiteX13" fmla="*/ 806709 w 1613418"/>
                  <a:gd name="connsiteY13" fmla="*/ 0 h 1675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13418" h="1675472">
                    <a:moveTo>
                      <a:pt x="806709" y="0"/>
                    </a:moveTo>
                    <a:cubicBezTo>
                      <a:pt x="1247296" y="3101"/>
                      <a:pt x="1604108" y="356815"/>
                      <a:pt x="1613418" y="797402"/>
                    </a:cubicBezTo>
                    <a:lnTo>
                      <a:pt x="1613418" y="825325"/>
                    </a:lnTo>
                    <a:cubicBezTo>
                      <a:pt x="1610317" y="921511"/>
                      <a:pt x="1591700" y="1014593"/>
                      <a:pt x="1557569" y="1104571"/>
                    </a:cubicBezTo>
                    <a:cubicBezTo>
                      <a:pt x="1526542" y="1188346"/>
                      <a:pt x="1476898" y="1265912"/>
                      <a:pt x="1417945" y="1334172"/>
                    </a:cubicBezTo>
                    <a:cubicBezTo>
                      <a:pt x="1343483" y="1414843"/>
                      <a:pt x="1262812" y="1573084"/>
                      <a:pt x="1228680" y="1641344"/>
                    </a:cubicBezTo>
                    <a:cubicBezTo>
                      <a:pt x="1219373" y="1663061"/>
                      <a:pt x="1197653" y="1675472"/>
                      <a:pt x="1172831" y="1675472"/>
                    </a:cubicBezTo>
                    <a:lnTo>
                      <a:pt x="440587" y="1675472"/>
                    </a:lnTo>
                    <a:cubicBezTo>
                      <a:pt x="415766" y="1675472"/>
                      <a:pt x="394048" y="1663061"/>
                      <a:pt x="384738" y="1641344"/>
                    </a:cubicBezTo>
                    <a:cubicBezTo>
                      <a:pt x="350607" y="1573084"/>
                      <a:pt x="269939" y="1414843"/>
                      <a:pt x="195470" y="1334172"/>
                    </a:cubicBezTo>
                    <a:cubicBezTo>
                      <a:pt x="136520" y="1265912"/>
                      <a:pt x="89977" y="1188346"/>
                      <a:pt x="55849" y="1104571"/>
                    </a:cubicBezTo>
                    <a:cubicBezTo>
                      <a:pt x="21720" y="1014593"/>
                      <a:pt x="3104" y="921511"/>
                      <a:pt x="0" y="825325"/>
                    </a:cubicBezTo>
                    <a:lnTo>
                      <a:pt x="0" y="797402"/>
                    </a:lnTo>
                    <a:cubicBezTo>
                      <a:pt x="9306" y="356815"/>
                      <a:pt x="366122" y="3101"/>
                      <a:pt x="806709" y="0"/>
                    </a:cubicBezTo>
                    <a:close/>
                  </a:path>
                </a:pathLst>
              </a:custGeom>
              <a:solidFill>
                <a:srgbClr val="FF5A5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Freeform: Shape 22" descr="Single gear with solid fill">
              <a:extLst>
                <a:ext uri="{FF2B5EF4-FFF2-40B4-BE49-F238E27FC236}">
                  <a16:creationId xmlns:a16="http://schemas.microsoft.com/office/drawing/2014/main" id="{4D68FF41-63F1-B45B-D62D-AF0D8A2958C1}"/>
                </a:ext>
              </a:extLst>
            </p:cNvPr>
            <p:cNvSpPr/>
            <p:nvPr/>
          </p:nvSpPr>
          <p:spPr>
            <a:xfrm>
              <a:off x="9478224" y="3358189"/>
              <a:ext cx="1691111" cy="1688627"/>
            </a:xfrm>
            <a:custGeom>
              <a:avLst/>
              <a:gdLst>
                <a:gd name="connsiteX0" fmla="*/ 878207 w 1756415"/>
                <a:gd name="connsiteY0" fmla="*/ 373998 h 1753836"/>
                <a:gd name="connsiteX1" fmla="*/ 375287 w 1756415"/>
                <a:gd name="connsiteY1" fmla="*/ 876918 h 1753836"/>
                <a:gd name="connsiteX2" fmla="*/ 878207 w 1756415"/>
                <a:gd name="connsiteY2" fmla="*/ 1379838 h 1753836"/>
                <a:gd name="connsiteX3" fmla="*/ 1381127 w 1756415"/>
                <a:gd name="connsiteY3" fmla="*/ 876918 h 1753836"/>
                <a:gd name="connsiteX4" fmla="*/ 878207 w 1756415"/>
                <a:gd name="connsiteY4" fmla="*/ 373998 h 1753836"/>
                <a:gd name="connsiteX5" fmla="*/ 773751 w 1756415"/>
                <a:gd name="connsiteY5" fmla="*/ 0 h 1753836"/>
                <a:gd name="connsiteX6" fmla="*/ 980085 w 1756415"/>
                <a:gd name="connsiteY6" fmla="*/ 0 h 1753836"/>
                <a:gd name="connsiteX7" fmla="*/ 1067777 w 1756415"/>
                <a:gd name="connsiteY7" fmla="*/ 180542 h 1753836"/>
                <a:gd name="connsiteX8" fmla="*/ 1230265 w 1756415"/>
                <a:gd name="connsiteY8" fmla="*/ 247600 h 1753836"/>
                <a:gd name="connsiteX9" fmla="*/ 1423702 w 1756415"/>
                <a:gd name="connsiteY9" fmla="*/ 183121 h 1753836"/>
                <a:gd name="connsiteX10" fmla="*/ 1570715 w 1756415"/>
                <a:gd name="connsiteY10" fmla="*/ 330134 h 1753836"/>
                <a:gd name="connsiteX11" fmla="*/ 1506236 w 1756415"/>
                <a:gd name="connsiteY11" fmla="*/ 523572 h 1753836"/>
                <a:gd name="connsiteX12" fmla="*/ 1573294 w 1756415"/>
                <a:gd name="connsiteY12" fmla="*/ 683480 h 1753836"/>
                <a:gd name="connsiteX13" fmla="*/ 1756415 w 1756415"/>
                <a:gd name="connsiteY13" fmla="*/ 771172 h 1753836"/>
                <a:gd name="connsiteX14" fmla="*/ 1756415 w 1756415"/>
                <a:gd name="connsiteY14" fmla="*/ 977506 h 1753836"/>
                <a:gd name="connsiteX15" fmla="*/ 1575873 w 1756415"/>
                <a:gd name="connsiteY15" fmla="*/ 1067777 h 1753836"/>
                <a:gd name="connsiteX16" fmla="*/ 1508815 w 1756415"/>
                <a:gd name="connsiteY16" fmla="*/ 1230265 h 1753836"/>
                <a:gd name="connsiteX17" fmla="*/ 1573294 w 1756415"/>
                <a:gd name="connsiteY17" fmla="*/ 1423702 h 1753836"/>
                <a:gd name="connsiteX18" fmla="*/ 1426282 w 1756415"/>
                <a:gd name="connsiteY18" fmla="*/ 1570715 h 1753836"/>
                <a:gd name="connsiteX19" fmla="*/ 1232844 w 1756415"/>
                <a:gd name="connsiteY19" fmla="*/ 1506236 h 1753836"/>
                <a:gd name="connsiteX20" fmla="*/ 1072935 w 1756415"/>
                <a:gd name="connsiteY20" fmla="*/ 1573294 h 1753836"/>
                <a:gd name="connsiteX21" fmla="*/ 982664 w 1756415"/>
                <a:gd name="connsiteY21" fmla="*/ 1753836 h 1753836"/>
                <a:gd name="connsiteX22" fmla="*/ 776330 w 1756415"/>
                <a:gd name="connsiteY22" fmla="*/ 1753836 h 1753836"/>
                <a:gd name="connsiteX23" fmla="*/ 686059 w 1756415"/>
                <a:gd name="connsiteY23" fmla="*/ 1573294 h 1753836"/>
                <a:gd name="connsiteX24" fmla="*/ 523572 w 1756415"/>
                <a:gd name="connsiteY24" fmla="*/ 1506236 h 1753836"/>
                <a:gd name="connsiteX25" fmla="*/ 330134 w 1756415"/>
                <a:gd name="connsiteY25" fmla="*/ 1570715 h 1753836"/>
                <a:gd name="connsiteX26" fmla="*/ 183121 w 1756415"/>
                <a:gd name="connsiteY26" fmla="*/ 1423702 h 1753836"/>
                <a:gd name="connsiteX27" fmla="*/ 247600 w 1756415"/>
                <a:gd name="connsiteY27" fmla="*/ 1230265 h 1753836"/>
                <a:gd name="connsiteX28" fmla="*/ 180542 w 1756415"/>
                <a:gd name="connsiteY28" fmla="*/ 1070356 h 1753836"/>
                <a:gd name="connsiteX29" fmla="*/ 0 w 1756415"/>
                <a:gd name="connsiteY29" fmla="*/ 980085 h 1753836"/>
                <a:gd name="connsiteX30" fmla="*/ 0 w 1756415"/>
                <a:gd name="connsiteY30" fmla="*/ 773751 h 1753836"/>
                <a:gd name="connsiteX31" fmla="*/ 180542 w 1756415"/>
                <a:gd name="connsiteY31" fmla="*/ 686059 h 1753836"/>
                <a:gd name="connsiteX32" fmla="*/ 247600 w 1756415"/>
                <a:gd name="connsiteY32" fmla="*/ 523572 h 1753836"/>
                <a:gd name="connsiteX33" fmla="*/ 183121 w 1756415"/>
                <a:gd name="connsiteY33" fmla="*/ 330134 h 1753836"/>
                <a:gd name="connsiteX34" fmla="*/ 330134 w 1756415"/>
                <a:gd name="connsiteY34" fmla="*/ 183121 h 1753836"/>
                <a:gd name="connsiteX35" fmla="*/ 523572 w 1756415"/>
                <a:gd name="connsiteY35" fmla="*/ 247600 h 1753836"/>
                <a:gd name="connsiteX36" fmla="*/ 683480 w 1756415"/>
                <a:gd name="connsiteY36" fmla="*/ 180542 h 175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56415" h="1753836">
                  <a:moveTo>
                    <a:pt x="878207" y="373998"/>
                  </a:moveTo>
                  <a:cubicBezTo>
                    <a:pt x="600452" y="373998"/>
                    <a:pt x="375287" y="599163"/>
                    <a:pt x="375287" y="876918"/>
                  </a:cubicBezTo>
                  <a:cubicBezTo>
                    <a:pt x="375287" y="1154673"/>
                    <a:pt x="600452" y="1379838"/>
                    <a:pt x="878207" y="1379838"/>
                  </a:cubicBezTo>
                  <a:cubicBezTo>
                    <a:pt x="1155962" y="1379838"/>
                    <a:pt x="1381127" y="1154673"/>
                    <a:pt x="1381127" y="876918"/>
                  </a:cubicBezTo>
                  <a:cubicBezTo>
                    <a:pt x="1381127" y="599163"/>
                    <a:pt x="1155962" y="373998"/>
                    <a:pt x="878207" y="373998"/>
                  </a:cubicBezTo>
                  <a:close/>
                  <a:moveTo>
                    <a:pt x="773751" y="0"/>
                  </a:moveTo>
                  <a:lnTo>
                    <a:pt x="980085" y="0"/>
                  </a:lnTo>
                  <a:lnTo>
                    <a:pt x="1067777" y="180542"/>
                  </a:lnTo>
                  <a:cubicBezTo>
                    <a:pt x="1124519" y="196017"/>
                    <a:pt x="1178681" y="219230"/>
                    <a:pt x="1230265" y="247600"/>
                  </a:cubicBezTo>
                  <a:lnTo>
                    <a:pt x="1423702" y="183121"/>
                  </a:lnTo>
                  <a:lnTo>
                    <a:pt x="1570715" y="330134"/>
                  </a:lnTo>
                  <a:lnTo>
                    <a:pt x="1506236" y="523572"/>
                  </a:lnTo>
                  <a:cubicBezTo>
                    <a:pt x="1534607" y="572576"/>
                    <a:pt x="1557819" y="626739"/>
                    <a:pt x="1573294" y="683480"/>
                  </a:cubicBezTo>
                  <a:lnTo>
                    <a:pt x="1756415" y="771172"/>
                  </a:lnTo>
                  <a:lnTo>
                    <a:pt x="1756415" y="977506"/>
                  </a:lnTo>
                  <a:lnTo>
                    <a:pt x="1575873" y="1067777"/>
                  </a:lnTo>
                  <a:cubicBezTo>
                    <a:pt x="1560398" y="1124519"/>
                    <a:pt x="1537186" y="1178681"/>
                    <a:pt x="1508815" y="1230265"/>
                  </a:cubicBezTo>
                  <a:lnTo>
                    <a:pt x="1573294" y="1423702"/>
                  </a:lnTo>
                  <a:lnTo>
                    <a:pt x="1426282" y="1570715"/>
                  </a:lnTo>
                  <a:lnTo>
                    <a:pt x="1232844" y="1506236"/>
                  </a:lnTo>
                  <a:cubicBezTo>
                    <a:pt x="1183840" y="1534607"/>
                    <a:pt x="1129677" y="1557819"/>
                    <a:pt x="1072935" y="1573294"/>
                  </a:cubicBezTo>
                  <a:lnTo>
                    <a:pt x="982664" y="1753836"/>
                  </a:lnTo>
                  <a:lnTo>
                    <a:pt x="776330" y="1753836"/>
                  </a:lnTo>
                  <a:lnTo>
                    <a:pt x="686059" y="1573294"/>
                  </a:lnTo>
                  <a:cubicBezTo>
                    <a:pt x="629318" y="1557819"/>
                    <a:pt x="575155" y="1534607"/>
                    <a:pt x="523572" y="1506236"/>
                  </a:cubicBezTo>
                  <a:lnTo>
                    <a:pt x="330134" y="1570715"/>
                  </a:lnTo>
                  <a:lnTo>
                    <a:pt x="183121" y="1423702"/>
                  </a:lnTo>
                  <a:lnTo>
                    <a:pt x="247600" y="1230265"/>
                  </a:lnTo>
                  <a:cubicBezTo>
                    <a:pt x="219230" y="1181260"/>
                    <a:pt x="196017" y="1127098"/>
                    <a:pt x="180542" y="1070356"/>
                  </a:cubicBezTo>
                  <a:lnTo>
                    <a:pt x="0" y="980085"/>
                  </a:lnTo>
                  <a:lnTo>
                    <a:pt x="0" y="773751"/>
                  </a:lnTo>
                  <a:lnTo>
                    <a:pt x="180542" y="686059"/>
                  </a:lnTo>
                  <a:cubicBezTo>
                    <a:pt x="196017" y="629318"/>
                    <a:pt x="219230" y="575155"/>
                    <a:pt x="247600" y="523572"/>
                  </a:cubicBezTo>
                  <a:lnTo>
                    <a:pt x="183121" y="330134"/>
                  </a:lnTo>
                  <a:lnTo>
                    <a:pt x="330134" y="183121"/>
                  </a:lnTo>
                  <a:lnTo>
                    <a:pt x="523572" y="247600"/>
                  </a:lnTo>
                  <a:cubicBezTo>
                    <a:pt x="572576" y="219230"/>
                    <a:pt x="626739" y="196017"/>
                    <a:pt x="683480" y="180542"/>
                  </a:cubicBezTo>
                  <a:close/>
                </a:path>
              </a:pathLst>
            </a:custGeom>
            <a:solidFill>
              <a:srgbClr val="087E8B">
                <a:alpha val="50000"/>
              </a:srgbClr>
            </a:solidFill>
            <a:ln w="2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76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6387-4215-C414-D700-0DA2194B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E88B-F5C9-2EAE-46B5-7D042523D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185" y="1690008"/>
            <a:ext cx="6912712" cy="34779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</a:rPr>
              <a:t>“The timeframe for innovation is </a:t>
            </a:r>
            <a:r>
              <a:rPr lang="en-US" sz="4000" dirty="0">
                <a:solidFill>
                  <a:srgbClr val="FF5A5F"/>
                </a:solidFill>
              </a:rPr>
              <a:t>yesterday</a:t>
            </a:r>
            <a:r>
              <a:rPr lang="en-US" sz="4000" dirty="0">
                <a:solidFill>
                  <a:schemeClr val="bg1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34064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3475-0254-AD3C-17B5-A6919810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6C6D-567C-0B89-E7C2-62E8D912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rgbClr val="FF5A5F"/>
                </a:solidFill>
              </a:rPr>
              <a:t>Difficulty in uncovering new opportunities </a:t>
            </a:r>
            <a:r>
              <a:rPr lang="en-US" dirty="0">
                <a:solidFill>
                  <a:schemeClr val="bg1"/>
                </a:solidFill>
              </a:rPr>
              <a:t>for innovation</a:t>
            </a:r>
          </a:p>
          <a:p>
            <a:r>
              <a:rPr lang="en-US" dirty="0">
                <a:solidFill>
                  <a:schemeClr val="bg1"/>
                </a:solidFill>
              </a:rPr>
              <a:t>Identifying and engaging the right partner </a:t>
            </a:r>
            <a:r>
              <a:rPr lang="en-US" dirty="0">
                <a:solidFill>
                  <a:srgbClr val="FF5A5F"/>
                </a:solidFill>
              </a:rPr>
              <a:t>can take considerable time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rgbClr val="FF5A5F"/>
                </a:solidFill>
              </a:rPr>
              <a:t>Lack of experience </a:t>
            </a:r>
            <a:r>
              <a:rPr lang="en-US" dirty="0">
                <a:solidFill>
                  <a:schemeClr val="bg1"/>
                </a:solidFill>
              </a:rPr>
              <a:t>among current resources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rgbClr val="FF5A5F"/>
                </a:solidFill>
              </a:rPr>
              <a:t>Time constraints </a:t>
            </a:r>
            <a:r>
              <a:rPr lang="en-US" dirty="0">
                <a:solidFill>
                  <a:schemeClr val="bg1"/>
                </a:solidFill>
              </a:rPr>
              <a:t>due to competing initiatives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rgbClr val="FF5A5F"/>
                </a:solidFill>
              </a:rPr>
              <a:t>Stakeholder buy-in is challenging</a:t>
            </a:r>
            <a:r>
              <a:rPr lang="en-US" dirty="0">
                <a:solidFill>
                  <a:schemeClr val="bg1"/>
                </a:solidFill>
              </a:rPr>
              <a:t> without demonstrating capabilities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Flushing out </a:t>
            </a:r>
            <a:r>
              <a:rPr lang="en-US" dirty="0">
                <a:solidFill>
                  <a:srgbClr val="FF5A5F"/>
                </a:solidFill>
              </a:rPr>
              <a:t>concept design is burdensome</a:t>
            </a:r>
          </a:p>
        </p:txBody>
      </p:sp>
    </p:spTree>
    <p:extLst>
      <p:ext uri="{BB962C8B-B14F-4D97-AF65-F5344CB8AC3E}">
        <p14:creationId xmlns:p14="http://schemas.microsoft.com/office/powerpoint/2010/main" val="406358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275D-7226-CC94-3307-76F93F92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51F2-BAF8-CD7F-417D-EA0C9CD1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BB6F-8E29-D5CD-9060-2CA4DD45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5A5F"/>
                </a:solidFill>
              </a:rPr>
              <a:t>Microsoft Azure and AI experts </a:t>
            </a:r>
            <a:r>
              <a:rPr lang="en-US" dirty="0">
                <a:solidFill>
                  <a:schemeClr val="bg1"/>
                </a:solidFill>
              </a:rPr>
              <a:t>work with you to identify new opportunities for innovation within your business processes, products, and services.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Our team of experts deliver a functioning prototype that </a:t>
            </a:r>
            <a:r>
              <a:rPr lang="en-US" dirty="0">
                <a:solidFill>
                  <a:srgbClr val="FF5A5F"/>
                </a:solidFill>
              </a:rPr>
              <a:t>solves a critical need within your business </a:t>
            </a:r>
            <a:r>
              <a:rPr lang="en-US" dirty="0">
                <a:solidFill>
                  <a:schemeClr val="bg1"/>
                </a:solidFill>
              </a:rPr>
              <a:t>giving you the necessary bandwidth to identify the required internal resources and best Microsoft partner to continue building. Our process </a:t>
            </a:r>
            <a:r>
              <a:rPr lang="en-US" dirty="0">
                <a:solidFill>
                  <a:srgbClr val="FF5A5F"/>
                </a:solidFill>
              </a:rPr>
              <a:t>delivers immediate value with clarity and confidence </a:t>
            </a:r>
            <a:r>
              <a:rPr lang="en-US" dirty="0">
                <a:solidFill>
                  <a:schemeClr val="bg1"/>
                </a:solidFill>
              </a:rPr>
              <a:t>for you and all stakeholders in the design and initial implementation phases.</a:t>
            </a:r>
          </a:p>
        </p:txBody>
      </p:sp>
    </p:spTree>
    <p:extLst>
      <p:ext uri="{BB962C8B-B14F-4D97-AF65-F5344CB8AC3E}">
        <p14:creationId xmlns:p14="http://schemas.microsoft.com/office/powerpoint/2010/main" val="2749799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3392-0457-05AD-D64F-746DC173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948B-7C22-D437-1C78-9BD2BF58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Delivered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FDFDE-6841-ABB8-51B9-BE53F8345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Project built with GitHub Spec Kit with governing design and development principals, functional specifications, and an implementation plan</a:t>
            </a:r>
          </a:p>
          <a:p>
            <a:pPr>
              <a:spcAft>
                <a:spcPts val="1200"/>
              </a:spcAft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Functioning prototype built with your preferred tech stack and based on the proven practices of the Microsoft Well-Architected Framework</a:t>
            </a:r>
          </a:p>
          <a:p>
            <a:pPr>
              <a:spcAft>
                <a:spcPts val="1200"/>
              </a:spcAft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Streamlined adoption of GitHub Copilot for your team</a:t>
            </a:r>
          </a:p>
          <a:p>
            <a:pPr>
              <a:spcAft>
                <a:spcPts val="1200"/>
              </a:spcAft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Pre-built build and release pipelines (actions) for GitHub allowing immediate plug-and-play into your environment</a:t>
            </a:r>
          </a:p>
          <a:p>
            <a:pPr>
              <a:spcAft>
                <a:spcPts val="1200"/>
              </a:spcAft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Seamless hand-off to your team and your preferred partner for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30402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3608-CE1A-B425-D188-FDAB4A52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565D2B4-F2E3-58D5-ACBE-92D968C320D4}"/>
              </a:ext>
            </a:extLst>
          </p:cNvPr>
          <p:cNvSpPr/>
          <p:nvPr/>
        </p:nvSpPr>
        <p:spPr>
          <a:xfrm>
            <a:off x="9567899" y="4505424"/>
            <a:ext cx="1371600" cy="2254732"/>
          </a:xfrm>
          <a:prstGeom prst="rect">
            <a:avLst/>
          </a:prstGeom>
          <a:gradFill flip="none" rotWithShape="1">
            <a:gsLst>
              <a:gs pos="100000">
                <a:srgbClr val="0B3954">
                  <a:alpha val="15000"/>
                </a:srgbClr>
              </a:gs>
              <a:gs pos="0">
                <a:srgbClr val="0BA8B9">
                  <a:alpha val="15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494955-A54F-8218-55DE-D6F72C1DAC2D}"/>
              </a:ext>
            </a:extLst>
          </p:cNvPr>
          <p:cNvSpPr/>
          <p:nvPr/>
        </p:nvSpPr>
        <p:spPr>
          <a:xfrm>
            <a:off x="6026895" y="4505424"/>
            <a:ext cx="1371600" cy="2254732"/>
          </a:xfrm>
          <a:prstGeom prst="rect">
            <a:avLst/>
          </a:prstGeom>
          <a:gradFill flip="none" rotWithShape="1">
            <a:gsLst>
              <a:gs pos="100000">
                <a:srgbClr val="0B3954">
                  <a:alpha val="15000"/>
                </a:srgbClr>
              </a:gs>
              <a:gs pos="0">
                <a:srgbClr val="0BA8B9">
                  <a:alpha val="15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CB05AE-F3BD-6D44-8807-0BBD69ADC2B3}"/>
              </a:ext>
            </a:extLst>
          </p:cNvPr>
          <p:cNvSpPr/>
          <p:nvPr/>
        </p:nvSpPr>
        <p:spPr>
          <a:xfrm>
            <a:off x="2549565" y="4505424"/>
            <a:ext cx="1371600" cy="2254732"/>
          </a:xfrm>
          <a:prstGeom prst="rect">
            <a:avLst/>
          </a:prstGeom>
          <a:gradFill flip="none" rotWithShape="1">
            <a:gsLst>
              <a:gs pos="100000">
                <a:srgbClr val="0B3954">
                  <a:alpha val="15000"/>
                </a:srgbClr>
              </a:gs>
              <a:gs pos="0">
                <a:srgbClr val="0BA8B9">
                  <a:alpha val="15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1C8C5-C3A5-7AA6-6F55-71094691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9CF08DCE-542B-E452-B19E-1F874FB4D4DD}"/>
              </a:ext>
            </a:extLst>
          </p:cNvPr>
          <p:cNvSpPr>
            <a:spLocks/>
          </p:cNvSpPr>
          <p:nvPr/>
        </p:nvSpPr>
        <p:spPr bwMode="auto">
          <a:xfrm>
            <a:off x="7847587" y="2589285"/>
            <a:ext cx="1844943" cy="1436945"/>
          </a:xfrm>
          <a:custGeom>
            <a:avLst/>
            <a:gdLst>
              <a:gd name="T0" fmla="*/ 0 w 828"/>
              <a:gd name="T1" fmla="*/ 296 h 644"/>
              <a:gd name="T2" fmla="*/ 111 w 828"/>
              <a:gd name="T3" fmla="*/ 328 h 644"/>
              <a:gd name="T4" fmla="*/ 111 w 828"/>
              <a:gd name="T5" fmla="*/ 453 h 644"/>
              <a:gd name="T6" fmla="*/ 691 w 828"/>
              <a:gd name="T7" fmla="*/ 644 h 644"/>
              <a:gd name="T8" fmla="*/ 828 w 828"/>
              <a:gd name="T9" fmla="*/ 618 h 644"/>
              <a:gd name="T10" fmla="*/ 824 w 828"/>
              <a:gd name="T11" fmla="*/ 490 h 644"/>
              <a:gd name="T12" fmla="*/ 0 w 828"/>
              <a:gd name="T13" fmla="*/ 29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8" h="644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8" y="618"/>
                  <a:pt x="828" y="618"/>
                  <a:pt x="828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087E8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71EF62C2-B4D9-1CEE-86CC-7C6E4E939F77}"/>
              </a:ext>
            </a:extLst>
          </p:cNvPr>
          <p:cNvSpPr>
            <a:spLocks/>
          </p:cNvSpPr>
          <p:nvPr/>
        </p:nvSpPr>
        <p:spPr bwMode="auto">
          <a:xfrm>
            <a:off x="9585115" y="3363822"/>
            <a:ext cx="1844001" cy="1436945"/>
          </a:xfrm>
          <a:custGeom>
            <a:avLst/>
            <a:gdLst>
              <a:gd name="T0" fmla="*/ 0 w 828"/>
              <a:gd name="T1" fmla="*/ 346 h 644"/>
              <a:gd name="T2" fmla="*/ 111 w 828"/>
              <a:gd name="T3" fmla="*/ 314 h 644"/>
              <a:gd name="T4" fmla="*/ 112 w 828"/>
              <a:gd name="T5" fmla="*/ 190 h 644"/>
              <a:gd name="T6" fmla="*/ 692 w 828"/>
              <a:gd name="T7" fmla="*/ 0 h 644"/>
              <a:gd name="T8" fmla="*/ 828 w 828"/>
              <a:gd name="T9" fmla="*/ 27 h 644"/>
              <a:gd name="T10" fmla="*/ 825 w 828"/>
              <a:gd name="T11" fmla="*/ 156 h 644"/>
              <a:gd name="T12" fmla="*/ 0 w 828"/>
              <a:gd name="T13" fmla="*/ 34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8" h="644">
                <a:moveTo>
                  <a:pt x="0" y="346"/>
                </a:moveTo>
                <a:cubicBezTo>
                  <a:pt x="111" y="314"/>
                  <a:pt x="111" y="314"/>
                  <a:pt x="111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2" y="0"/>
                </a:cubicBezTo>
                <a:cubicBezTo>
                  <a:pt x="828" y="27"/>
                  <a:pt x="828" y="27"/>
                  <a:pt x="828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087E8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FAF47330-4B8D-0851-6D66-C4920342C507}"/>
              </a:ext>
            </a:extLst>
          </p:cNvPr>
          <p:cNvSpPr>
            <a:spLocks/>
          </p:cNvSpPr>
          <p:nvPr/>
        </p:nvSpPr>
        <p:spPr bwMode="auto">
          <a:xfrm>
            <a:off x="919157" y="2589285"/>
            <a:ext cx="1842116" cy="1436945"/>
          </a:xfrm>
          <a:custGeom>
            <a:avLst/>
            <a:gdLst>
              <a:gd name="T0" fmla="*/ 0 w 827"/>
              <a:gd name="T1" fmla="*/ 296 h 644"/>
              <a:gd name="T2" fmla="*/ 111 w 827"/>
              <a:gd name="T3" fmla="*/ 328 h 644"/>
              <a:gd name="T4" fmla="*/ 111 w 827"/>
              <a:gd name="T5" fmla="*/ 453 h 644"/>
              <a:gd name="T6" fmla="*/ 691 w 827"/>
              <a:gd name="T7" fmla="*/ 644 h 644"/>
              <a:gd name="T8" fmla="*/ 827 w 827"/>
              <a:gd name="T9" fmla="*/ 618 h 644"/>
              <a:gd name="T10" fmla="*/ 824 w 827"/>
              <a:gd name="T11" fmla="*/ 490 h 644"/>
              <a:gd name="T12" fmla="*/ 0 w 827"/>
              <a:gd name="T13" fmla="*/ 29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644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087E8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FC9849BC-6BAE-859B-7D86-6B96F39824AB}"/>
              </a:ext>
            </a:extLst>
          </p:cNvPr>
          <p:cNvSpPr>
            <a:spLocks/>
          </p:cNvSpPr>
          <p:nvPr/>
        </p:nvSpPr>
        <p:spPr bwMode="auto">
          <a:xfrm>
            <a:off x="2653855" y="3363822"/>
            <a:ext cx="1846827" cy="1436945"/>
          </a:xfrm>
          <a:custGeom>
            <a:avLst/>
            <a:gdLst>
              <a:gd name="T0" fmla="*/ 0 w 829"/>
              <a:gd name="T1" fmla="*/ 346 h 644"/>
              <a:gd name="T2" fmla="*/ 112 w 829"/>
              <a:gd name="T3" fmla="*/ 314 h 644"/>
              <a:gd name="T4" fmla="*/ 112 w 829"/>
              <a:gd name="T5" fmla="*/ 190 h 644"/>
              <a:gd name="T6" fmla="*/ 693 w 829"/>
              <a:gd name="T7" fmla="*/ 0 h 644"/>
              <a:gd name="T8" fmla="*/ 829 w 829"/>
              <a:gd name="T9" fmla="*/ 27 h 644"/>
              <a:gd name="T10" fmla="*/ 825 w 829"/>
              <a:gd name="T11" fmla="*/ 156 h 644"/>
              <a:gd name="T12" fmla="*/ 0 w 829"/>
              <a:gd name="T13" fmla="*/ 34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9" h="644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087E8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A011FAD9-FE42-CA47-5B56-807F7D8B00A6}"/>
              </a:ext>
            </a:extLst>
          </p:cNvPr>
          <p:cNvSpPr>
            <a:spLocks/>
          </p:cNvSpPr>
          <p:nvPr/>
        </p:nvSpPr>
        <p:spPr bwMode="auto">
          <a:xfrm>
            <a:off x="4396097" y="2589285"/>
            <a:ext cx="1841174" cy="1436945"/>
          </a:xfrm>
          <a:custGeom>
            <a:avLst/>
            <a:gdLst>
              <a:gd name="T0" fmla="*/ 0 w 827"/>
              <a:gd name="T1" fmla="*/ 296 h 644"/>
              <a:gd name="T2" fmla="*/ 111 w 827"/>
              <a:gd name="T3" fmla="*/ 328 h 644"/>
              <a:gd name="T4" fmla="*/ 111 w 827"/>
              <a:gd name="T5" fmla="*/ 453 h 644"/>
              <a:gd name="T6" fmla="*/ 691 w 827"/>
              <a:gd name="T7" fmla="*/ 644 h 644"/>
              <a:gd name="T8" fmla="*/ 827 w 827"/>
              <a:gd name="T9" fmla="*/ 618 h 644"/>
              <a:gd name="T10" fmla="*/ 824 w 827"/>
              <a:gd name="T11" fmla="*/ 490 h 644"/>
              <a:gd name="T12" fmla="*/ 0 w 827"/>
              <a:gd name="T13" fmla="*/ 29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644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087E8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9C1DA429-C5D2-6F7F-D8CC-11259A990621}"/>
              </a:ext>
            </a:extLst>
          </p:cNvPr>
          <p:cNvSpPr>
            <a:spLocks/>
          </p:cNvSpPr>
          <p:nvPr/>
        </p:nvSpPr>
        <p:spPr bwMode="auto">
          <a:xfrm>
            <a:off x="6130791" y="3363822"/>
            <a:ext cx="1846827" cy="1436945"/>
          </a:xfrm>
          <a:custGeom>
            <a:avLst/>
            <a:gdLst>
              <a:gd name="T0" fmla="*/ 0 w 829"/>
              <a:gd name="T1" fmla="*/ 346 h 644"/>
              <a:gd name="T2" fmla="*/ 112 w 829"/>
              <a:gd name="T3" fmla="*/ 314 h 644"/>
              <a:gd name="T4" fmla="*/ 112 w 829"/>
              <a:gd name="T5" fmla="*/ 190 h 644"/>
              <a:gd name="T6" fmla="*/ 693 w 829"/>
              <a:gd name="T7" fmla="*/ 0 h 644"/>
              <a:gd name="T8" fmla="*/ 829 w 829"/>
              <a:gd name="T9" fmla="*/ 27 h 644"/>
              <a:gd name="T10" fmla="*/ 825 w 829"/>
              <a:gd name="T11" fmla="*/ 156 h 644"/>
              <a:gd name="T12" fmla="*/ 0 w 829"/>
              <a:gd name="T13" fmla="*/ 34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9" h="644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087E8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ADDED39A-B880-1F9F-816F-53B88FA46964}"/>
              </a:ext>
            </a:extLst>
          </p:cNvPr>
          <p:cNvSpPr txBox="1"/>
          <p:nvPr/>
        </p:nvSpPr>
        <p:spPr>
          <a:xfrm>
            <a:off x="628540" y="1579937"/>
            <a:ext cx="1701414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BA8B9"/>
                </a:solidFill>
                <a:effectLst/>
                <a:uLnTx/>
                <a:uFillTx/>
                <a:ea typeface="+mn-ea"/>
                <a:cs typeface="+mn-cs"/>
              </a:rPr>
              <a:t>Strategy Briefing/</a:t>
            </a:r>
            <a:b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BA8B9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BA8B9"/>
                </a:solidFill>
                <a:effectLst/>
                <a:uLnTx/>
                <a:uFillTx/>
                <a:ea typeface="+mn-ea"/>
                <a:cs typeface="+mn-cs"/>
              </a:rPr>
              <a:t>A Day in the Life</a:t>
            </a:r>
          </a:p>
        </p:txBody>
      </p:sp>
      <p:sp>
        <p:nvSpPr>
          <p:cNvPr id="11" name="TextBox 50">
            <a:extLst>
              <a:ext uri="{FF2B5EF4-FFF2-40B4-BE49-F238E27FC236}">
                <a16:creationId xmlns:a16="http://schemas.microsoft.com/office/drawing/2014/main" id="{5E6F9E17-5DC4-BDE7-F5CC-23663251954A}"/>
              </a:ext>
            </a:extLst>
          </p:cNvPr>
          <p:cNvSpPr txBox="1"/>
          <p:nvPr/>
        </p:nvSpPr>
        <p:spPr>
          <a:xfrm>
            <a:off x="450639" y="2142376"/>
            <a:ext cx="205740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1000" dirty="0">
                <a:solidFill>
                  <a:schemeClr val="bg1"/>
                </a:solidFill>
              </a:rPr>
              <a:t>You engage in a strategy briefing with Microsoft’s experts so we can assist in identifying opportunities and crafting solutions for innovation.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2" name="TextBox 52">
            <a:extLst>
              <a:ext uri="{FF2B5EF4-FFF2-40B4-BE49-F238E27FC236}">
                <a16:creationId xmlns:a16="http://schemas.microsoft.com/office/drawing/2014/main" id="{8828EA9A-875E-A179-99CA-65D15D2E7EE1}"/>
              </a:ext>
            </a:extLst>
          </p:cNvPr>
          <p:cNvSpPr txBox="1"/>
          <p:nvPr/>
        </p:nvSpPr>
        <p:spPr>
          <a:xfrm>
            <a:off x="2443365" y="4505424"/>
            <a:ext cx="1588211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5A5F"/>
                </a:solidFill>
                <a:effectLst/>
                <a:uLnTx/>
                <a:uFillTx/>
                <a:ea typeface="+mn-ea"/>
                <a:cs typeface="+mn-cs"/>
              </a:rPr>
              <a:t>Prototyping</a:t>
            </a:r>
          </a:p>
        </p:txBody>
      </p:sp>
      <p:sp>
        <p:nvSpPr>
          <p:cNvPr id="13" name="TextBox 54">
            <a:extLst>
              <a:ext uri="{FF2B5EF4-FFF2-40B4-BE49-F238E27FC236}">
                <a16:creationId xmlns:a16="http://schemas.microsoft.com/office/drawing/2014/main" id="{53CC2465-BC9F-716B-4AD2-40808848A31E}"/>
              </a:ext>
            </a:extLst>
          </p:cNvPr>
          <p:cNvSpPr txBox="1"/>
          <p:nvPr/>
        </p:nvSpPr>
        <p:spPr>
          <a:xfrm>
            <a:off x="2215653" y="5070399"/>
            <a:ext cx="205740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1000" dirty="0">
                <a:solidFill>
                  <a:schemeClr val="bg1"/>
                </a:solidFill>
              </a:rPr>
              <a:t>Our experts build a functional prototype based on the opportunities we identified and agreed upon in the briefing.</a:t>
            </a:r>
          </a:p>
        </p:txBody>
      </p:sp>
      <p:sp>
        <p:nvSpPr>
          <p:cNvPr id="14" name="TextBox 56">
            <a:extLst>
              <a:ext uri="{FF2B5EF4-FFF2-40B4-BE49-F238E27FC236}">
                <a16:creationId xmlns:a16="http://schemas.microsoft.com/office/drawing/2014/main" id="{62DFEC0A-DFBA-3591-CC6B-69F211E926E9}"/>
              </a:ext>
            </a:extLst>
          </p:cNvPr>
          <p:cNvSpPr txBox="1"/>
          <p:nvPr/>
        </p:nvSpPr>
        <p:spPr>
          <a:xfrm>
            <a:off x="4185699" y="1579937"/>
            <a:ext cx="1588210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BA8B9"/>
                </a:solidFill>
                <a:effectLst/>
                <a:uLnTx/>
                <a:uFillTx/>
                <a:ea typeface="+mn-ea"/>
                <a:cs typeface="+mn-cs"/>
              </a:rPr>
              <a:t>Validate</a:t>
            </a:r>
          </a:p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BA8B9"/>
                </a:solidFill>
              </a:rPr>
              <a:t>Solution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BA8B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TextBox 58">
            <a:extLst>
              <a:ext uri="{FF2B5EF4-FFF2-40B4-BE49-F238E27FC236}">
                <a16:creationId xmlns:a16="http://schemas.microsoft.com/office/drawing/2014/main" id="{6861CB34-7AC5-B959-4748-8021BFA9FC00}"/>
              </a:ext>
            </a:extLst>
          </p:cNvPr>
          <p:cNvSpPr txBox="1"/>
          <p:nvPr/>
        </p:nvSpPr>
        <p:spPr>
          <a:xfrm>
            <a:off x="3954428" y="2142376"/>
            <a:ext cx="205740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1000" dirty="0">
                <a:solidFill>
                  <a:schemeClr val="bg1"/>
                </a:solidFill>
              </a:rPr>
              <a:t>Our experts deliver solution to a sandbox environment for you to test and provide feedback helping us gain further clarity.</a:t>
            </a:r>
          </a:p>
        </p:txBody>
      </p:sp>
      <p:sp>
        <p:nvSpPr>
          <p:cNvPr id="16" name="TextBox 60">
            <a:extLst>
              <a:ext uri="{FF2B5EF4-FFF2-40B4-BE49-F238E27FC236}">
                <a16:creationId xmlns:a16="http://schemas.microsoft.com/office/drawing/2014/main" id="{EDBFC6FB-15F7-0D02-D1FB-018FF322C022}"/>
              </a:ext>
            </a:extLst>
          </p:cNvPr>
          <p:cNvSpPr txBox="1"/>
          <p:nvPr/>
        </p:nvSpPr>
        <p:spPr>
          <a:xfrm>
            <a:off x="6061210" y="4505424"/>
            <a:ext cx="1302312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5A5F"/>
                </a:solidFill>
                <a:effectLst/>
                <a:uLnTx/>
                <a:uFillTx/>
                <a:ea typeface="+mn-ea"/>
                <a:cs typeface="+mn-cs"/>
              </a:rPr>
              <a:t>Implement</a:t>
            </a:r>
          </a:p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FF5A5F"/>
                </a:solidFill>
              </a:rPr>
              <a:t>Improvements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FF5A5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Box 62">
            <a:extLst>
              <a:ext uri="{FF2B5EF4-FFF2-40B4-BE49-F238E27FC236}">
                <a16:creationId xmlns:a16="http://schemas.microsoft.com/office/drawing/2014/main" id="{81A39556-BC07-20BE-ED1F-59AD2484DD5B}"/>
              </a:ext>
            </a:extLst>
          </p:cNvPr>
          <p:cNvSpPr txBox="1"/>
          <p:nvPr/>
        </p:nvSpPr>
        <p:spPr>
          <a:xfrm>
            <a:off x="5687991" y="5070399"/>
            <a:ext cx="2057400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1000" dirty="0">
                <a:solidFill>
                  <a:schemeClr val="bg1"/>
                </a:solidFill>
              </a:rPr>
              <a:t>Based on your initial feedback, our experts implement any critical changes to the prototype prior to final delivery.</a:t>
            </a:r>
          </a:p>
        </p:txBody>
      </p:sp>
      <p:sp>
        <p:nvSpPr>
          <p:cNvPr id="18" name="TextBox 64">
            <a:extLst>
              <a:ext uri="{FF2B5EF4-FFF2-40B4-BE49-F238E27FC236}">
                <a16:creationId xmlns:a16="http://schemas.microsoft.com/office/drawing/2014/main" id="{F5E866AB-3856-30C5-DC64-6BAB1F75FEA6}"/>
              </a:ext>
            </a:extLst>
          </p:cNvPr>
          <p:cNvSpPr txBox="1"/>
          <p:nvPr/>
        </p:nvSpPr>
        <p:spPr>
          <a:xfrm>
            <a:off x="7677437" y="1579937"/>
            <a:ext cx="1588210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BA8B9"/>
                </a:solidFill>
                <a:effectLst/>
                <a:uLnTx/>
                <a:uFillTx/>
                <a:ea typeface="+mn-ea"/>
                <a:cs typeface="+mn-cs"/>
              </a:rPr>
              <a:t>Evaluate</a:t>
            </a:r>
          </a:p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BA8B9"/>
                </a:solidFill>
                <a:effectLst/>
                <a:uLnTx/>
                <a:uFillTx/>
                <a:ea typeface="+mn-ea"/>
                <a:cs typeface="+mn-cs"/>
              </a:rPr>
              <a:t>Outcomes</a:t>
            </a:r>
          </a:p>
        </p:txBody>
      </p:sp>
      <p:sp>
        <p:nvSpPr>
          <p:cNvPr id="19" name="TextBox 66">
            <a:extLst>
              <a:ext uri="{FF2B5EF4-FFF2-40B4-BE49-F238E27FC236}">
                <a16:creationId xmlns:a16="http://schemas.microsoft.com/office/drawing/2014/main" id="{EC5289A2-B471-0772-1BA1-4A73FE8DC4CF}"/>
              </a:ext>
            </a:extLst>
          </p:cNvPr>
          <p:cNvSpPr txBox="1"/>
          <p:nvPr/>
        </p:nvSpPr>
        <p:spPr>
          <a:xfrm>
            <a:off x="7442197" y="2142376"/>
            <a:ext cx="205740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1000" dirty="0">
                <a:solidFill>
                  <a:schemeClr val="bg1"/>
                </a:solidFill>
              </a:rPr>
              <a:t>We conduct a post-mortem with you and the account team, providing documentation of what has been completed and identifying next steps. </a:t>
            </a:r>
          </a:p>
        </p:txBody>
      </p:sp>
      <p:sp>
        <p:nvSpPr>
          <p:cNvPr id="20" name="TextBox 68">
            <a:extLst>
              <a:ext uri="{FF2B5EF4-FFF2-40B4-BE49-F238E27FC236}">
                <a16:creationId xmlns:a16="http://schemas.microsoft.com/office/drawing/2014/main" id="{4A3F6307-F3A8-1F9F-E47A-116AB272C84A}"/>
              </a:ext>
            </a:extLst>
          </p:cNvPr>
          <p:cNvSpPr txBox="1"/>
          <p:nvPr/>
        </p:nvSpPr>
        <p:spPr>
          <a:xfrm>
            <a:off x="9458346" y="4505424"/>
            <a:ext cx="1588211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5A5F"/>
                </a:solidFill>
                <a:effectLst/>
                <a:uLnTx/>
                <a:uFillTx/>
                <a:ea typeface="+mn-ea"/>
                <a:cs typeface="+mn-cs"/>
              </a:rPr>
              <a:t>Hand Off</a:t>
            </a:r>
          </a:p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FF5A5F"/>
                </a:solidFill>
              </a:rPr>
              <a:t>Deliverables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FF5A5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27F70B-0141-BEDF-9AEA-27B5888EF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7843" y="2575094"/>
            <a:ext cx="941317" cy="946028"/>
          </a:xfrm>
          <a:prstGeom prst="ellipse">
            <a:avLst/>
          </a:prstGeom>
          <a:gradFill>
            <a:gsLst>
              <a:gs pos="77000">
                <a:srgbClr val="E2372E"/>
              </a:gs>
              <a:gs pos="0">
                <a:srgbClr val="EC7E78"/>
              </a:gs>
            </a:gsLst>
            <a:path path="circle">
              <a:fillToRect l="100000" b="100000"/>
            </a:path>
          </a:gradFill>
          <a:ln w="15875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02.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3D3796-D4CC-869B-A640-A46CB1775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306" y="3869057"/>
            <a:ext cx="942259" cy="944144"/>
          </a:xfrm>
          <a:prstGeom prst="ellipse">
            <a:avLst/>
          </a:prstGeom>
          <a:gradFill>
            <a:gsLst>
              <a:gs pos="77000">
                <a:srgbClr val="087E8B"/>
              </a:gs>
              <a:gs pos="0">
                <a:srgbClr val="0BA8B9"/>
              </a:gs>
            </a:gsLst>
            <a:path path="circle">
              <a:fillToRect l="100000" b="100000"/>
            </a:path>
          </a:gradFill>
          <a:ln w="15875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03.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418C7D-6C14-DE3E-1E39-0114B03B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76" y="3869057"/>
            <a:ext cx="942259" cy="944144"/>
          </a:xfrm>
          <a:prstGeom prst="ellipse">
            <a:avLst/>
          </a:prstGeom>
          <a:gradFill>
            <a:gsLst>
              <a:gs pos="77000">
                <a:srgbClr val="087E8B"/>
              </a:gs>
              <a:gs pos="0">
                <a:srgbClr val="0BA8B9"/>
              </a:gs>
            </a:gsLst>
            <a:path path="circle">
              <a:fillToRect l="100000" b="100000"/>
            </a:path>
          </a:gradFill>
          <a:ln w="15875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01.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2A8E8E9-ECE8-AA4A-2D6F-A2100FC73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3189" y="3869057"/>
            <a:ext cx="942259" cy="944144"/>
          </a:xfrm>
          <a:prstGeom prst="ellipse">
            <a:avLst/>
          </a:prstGeom>
          <a:gradFill>
            <a:gsLst>
              <a:gs pos="77000">
                <a:srgbClr val="087E8B"/>
              </a:gs>
              <a:gs pos="0">
                <a:srgbClr val="0BA8B9"/>
              </a:gs>
            </a:gsLst>
            <a:path path="circle">
              <a:fillToRect l="100000" b="100000"/>
            </a:path>
          </a:gradFill>
          <a:ln w="15875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05.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637BD3B-40CE-C714-4B08-00E1DB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2477" y="2575094"/>
            <a:ext cx="942259" cy="946028"/>
          </a:xfrm>
          <a:prstGeom prst="ellipse">
            <a:avLst/>
          </a:prstGeom>
          <a:gradFill>
            <a:gsLst>
              <a:gs pos="77000">
                <a:srgbClr val="E2372E"/>
              </a:gs>
              <a:gs pos="0">
                <a:srgbClr val="EC7E78"/>
              </a:gs>
            </a:gsLst>
            <a:path path="circle">
              <a:fillToRect l="100000" b="100000"/>
            </a:path>
          </a:gradFill>
          <a:ln w="15875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06.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8CBD9D-A644-2363-32DA-689163064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22" y="2575094"/>
            <a:ext cx="942259" cy="946028"/>
          </a:xfrm>
          <a:prstGeom prst="ellipse">
            <a:avLst/>
          </a:prstGeom>
          <a:gradFill>
            <a:gsLst>
              <a:gs pos="77000">
                <a:srgbClr val="E2372E"/>
              </a:gs>
              <a:gs pos="0">
                <a:srgbClr val="EC7E78"/>
              </a:gs>
            </a:gsLst>
            <a:path path="circle">
              <a:fillToRect l="100000" b="100000"/>
            </a:path>
          </a:gradFill>
          <a:ln w="15875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04.</a:t>
            </a:r>
          </a:p>
        </p:txBody>
      </p:sp>
      <p:sp>
        <p:nvSpPr>
          <p:cNvPr id="27" name="TextBox 62">
            <a:extLst>
              <a:ext uri="{FF2B5EF4-FFF2-40B4-BE49-F238E27FC236}">
                <a16:creationId xmlns:a16="http://schemas.microsoft.com/office/drawing/2014/main" id="{3925ED32-4998-C55E-ED2A-535308D5F67D}"/>
              </a:ext>
            </a:extLst>
          </p:cNvPr>
          <p:cNvSpPr txBox="1"/>
          <p:nvPr/>
        </p:nvSpPr>
        <p:spPr>
          <a:xfrm>
            <a:off x="9227075" y="5070399"/>
            <a:ext cx="205740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438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870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307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731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217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8616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5034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1462" algn="l" defTabSz="91287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1000" dirty="0">
                <a:solidFill>
                  <a:schemeClr val="bg1"/>
                </a:solidFill>
              </a:rPr>
              <a:t>We hand off the deliverables to your internal team, your customer success team at Microsoft, and your preferred partner for additional development.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49DFA6-F803-39A9-3912-1E7A48D7D4E2}"/>
              </a:ext>
            </a:extLst>
          </p:cNvPr>
          <p:cNvSpPr txBox="1"/>
          <p:nvPr/>
        </p:nvSpPr>
        <p:spPr>
          <a:xfrm>
            <a:off x="1154994" y="6004706"/>
            <a:ext cx="591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BFD7EA"/>
                </a:solidFill>
              </a:rPr>
              <a:t>1 Day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C40107-8119-A687-BF34-7C057623AA9F}"/>
              </a:ext>
            </a:extLst>
          </p:cNvPr>
          <p:cNvSpPr txBox="1"/>
          <p:nvPr/>
        </p:nvSpPr>
        <p:spPr>
          <a:xfrm>
            <a:off x="2801405" y="6006030"/>
            <a:ext cx="806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BFD7EA"/>
                </a:solidFill>
              </a:rPr>
              <a:t>2-4 Days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0D8187-E1AF-23EE-6E96-4E3162E1A4CA}"/>
              </a:ext>
            </a:extLst>
          </p:cNvPr>
          <p:cNvSpPr txBox="1"/>
          <p:nvPr/>
        </p:nvSpPr>
        <p:spPr>
          <a:xfrm>
            <a:off x="4555184" y="6006030"/>
            <a:ext cx="806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BFD7EA"/>
                </a:solidFill>
              </a:rPr>
              <a:t>1-2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609064-96F8-C54C-0488-471EA18FD3D9}"/>
              </a:ext>
            </a:extLst>
          </p:cNvPr>
          <p:cNvSpPr txBox="1"/>
          <p:nvPr/>
        </p:nvSpPr>
        <p:spPr>
          <a:xfrm>
            <a:off x="6308963" y="6006030"/>
            <a:ext cx="806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BFD7EA"/>
                </a:solidFill>
              </a:rPr>
              <a:t>1-2 Days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238CFA-11B7-9B0C-98E8-0E83083DC586}"/>
              </a:ext>
            </a:extLst>
          </p:cNvPr>
          <p:cNvSpPr txBox="1"/>
          <p:nvPr/>
        </p:nvSpPr>
        <p:spPr>
          <a:xfrm>
            <a:off x="8170111" y="6006030"/>
            <a:ext cx="591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BFD7EA"/>
                </a:solidFill>
              </a:rPr>
              <a:t>1 Day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87143A-6F51-DB30-79C7-4668795F0E7D}"/>
              </a:ext>
            </a:extLst>
          </p:cNvPr>
          <p:cNvSpPr txBox="1"/>
          <p:nvPr/>
        </p:nvSpPr>
        <p:spPr>
          <a:xfrm>
            <a:off x="9567899" y="6006030"/>
            <a:ext cx="136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BFD7EA"/>
                </a:solidFill>
              </a:rPr>
              <a:t>∞</a:t>
            </a:r>
            <a:endParaRPr lang="en-US" sz="1400" dirty="0">
              <a:solidFill>
                <a:srgbClr val="BFD7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185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1D234-D17C-1983-A66C-B6BC5566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9A093-7C9B-483E-362E-25491695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D5505-A893-DA44-1553-B8B1EDC63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0" dirty="0">
                <a:solidFill>
                  <a:srgbClr val="0BA8B9"/>
                </a:solidFill>
                <a:latin typeface="+mj-lt"/>
              </a:rPr>
              <a:t>You</a:t>
            </a:r>
            <a:endParaRPr lang="en-US" b="0" dirty="0">
              <a:solidFill>
                <a:srgbClr val="0BA8B9"/>
              </a:solidFill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F4F64C-1BC6-1B68-2ECC-5AF76CBBA1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The entire engagement is no longer than 10 days. Your team should prioritize and be available for 3-4 total days (initial strategy briefing, solution validation, and evaluation).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A single point-of-contact for our team to collaborate with in a timely manner for any questions that may arise during the 10-day engagement.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A deidentified dataset that can be used for building and testing of the solution.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10BD56-36D0-0CA5-50E0-F996B4101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b="0" dirty="0">
                <a:solidFill>
                  <a:srgbClr val="0BA8B9"/>
                </a:solidFill>
                <a:latin typeface="+mj-lt"/>
              </a:rPr>
              <a:t>Microsoft</a:t>
            </a:r>
            <a:endParaRPr lang="en-US" b="0" dirty="0">
              <a:solidFill>
                <a:srgbClr val="0BA8B9"/>
              </a:solidFill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3D9221-E9CD-99C7-9691-15E95404AB0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Fast implementation and response times from our team throughout the engagement.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A fully-functioning prototype of a solution, including all source code and documentation, built upon the principles of Microsoft’s Well-Architected Framework and Cloud Architecture Center.*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Instructions on how to implement the solution within your environment.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chemeClr val="bg1"/>
                </a:solidFill>
              </a:rPr>
              <a:t>Seamless hand off to your team and Microsoft partner for quick adoption and additional development.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9EEEE-73A9-63E6-5857-D0BDD5046476}"/>
              </a:ext>
            </a:extLst>
          </p:cNvPr>
          <p:cNvSpPr txBox="1"/>
          <p:nvPr/>
        </p:nvSpPr>
        <p:spPr>
          <a:xfrm>
            <a:off x="157843" y="6400800"/>
            <a:ext cx="119445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* The solution is a functional prototype, and it will not be ready for production usage. 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Customer is strongly advised to follow and implement security best-practices before releasing solution in a production environment.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208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3D0-DB30-D674-4CDE-DE8E1080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65DA-2045-A670-5864-8173F9AE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80B2-0CD6-D568-6272-9161B93E9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Ready to get started?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Talk with your account team to schedule an initial briefing.</a:t>
            </a:r>
          </a:p>
        </p:txBody>
      </p:sp>
    </p:spTree>
    <p:extLst>
      <p:ext uri="{BB962C8B-B14F-4D97-AF65-F5344CB8AC3E}">
        <p14:creationId xmlns:p14="http://schemas.microsoft.com/office/powerpoint/2010/main" val="3251238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novation Factory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B3954"/>
      </a:accent1>
      <a:accent2>
        <a:srgbClr val="087E8B"/>
      </a:accent2>
      <a:accent3>
        <a:srgbClr val="BFD7EA"/>
      </a:accent3>
      <a:accent4>
        <a:srgbClr val="FF5A5F"/>
      </a:accent4>
      <a:accent5>
        <a:srgbClr val="C81D25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620</Words>
  <Application>Microsoft Office PowerPoint</Application>
  <PresentationFormat>Widescreen</PresentationFormat>
  <Paragraphs>75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Innovation Factory</vt:lpstr>
      <vt:lpstr>PowerPoint Presentation</vt:lpstr>
      <vt:lpstr>Common Challenges</vt:lpstr>
      <vt:lpstr>Our Solution</vt:lpstr>
      <vt:lpstr>Delivered Value</vt:lpstr>
      <vt:lpstr>Process</vt:lpstr>
      <vt:lpstr>Expectations</vt:lpstr>
      <vt:lpstr>Getting Started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Davis</dc:creator>
  <cp:lastModifiedBy>Joshua Davis</cp:lastModifiedBy>
  <cp:revision>7</cp:revision>
  <dcterms:created xsi:type="dcterms:W3CDTF">2025-08-06T23:53:32Z</dcterms:created>
  <dcterms:modified xsi:type="dcterms:W3CDTF">2025-10-13T17:31:41Z</dcterms:modified>
</cp:coreProperties>
</file>